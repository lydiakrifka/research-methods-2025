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9753600" cy="7315200"/>
  <p:notesSz cx="6858000" cy="9144000"/>
  <p:embeddedFontLst>
    <p:embeddedFont>
      <p:font typeface="Inter" charset="1" panose="020B0502030000000004"/>
      <p:regular r:id="rId12"/>
    </p:embeddedFont>
    <p:embeddedFont>
      <p:font typeface="Inter Bold" charset="1" panose="020B0802030000000004"/>
      <p:regular r:id="rId13"/>
    </p:embeddedFont>
    <p:embeddedFont>
      <p:font typeface="Canva Sans Bold" charset="1" panose="020B0803030501040103"/>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31520" y="2964537"/>
            <a:ext cx="1464040" cy="4032081"/>
            <a:chOff x="0" y="0"/>
            <a:chExt cx="7437611" cy="20483760"/>
          </a:xfrm>
        </p:grpSpPr>
        <p:sp>
          <p:nvSpPr>
            <p:cNvPr name="Freeform 3" id="3"/>
            <p:cNvSpPr/>
            <p:nvPr/>
          </p:nvSpPr>
          <p:spPr>
            <a:xfrm flipH="false" flipV="false" rot="0">
              <a:off x="31750" y="31750"/>
              <a:ext cx="7374111" cy="20420261"/>
            </a:xfrm>
            <a:custGeom>
              <a:avLst/>
              <a:gdLst/>
              <a:ahLst/>
              <a:cxnLst/>
              <a:rect r="r" b="b" t="t" l="l"/>
              <a:pathLst>
                <a:path h="20420261" w="7374111">
                  <a:moveTo>
                    <a:pt x="7281401" y="20420261"/>
                  </a:moveTo>
                  <a:lnTo>
                    <a:pt x="92710" y="20420261"/>
                  </a:lnTo>
                  <a:cubicBezTo>
                    <a:pt x="41910" y="20420261"/>
                    <a:pt x="0" y="20378350"/>
                    <a:pt x="0" y="20327550"/>
                  </a:cubicBezTo>
                  <a:lnTo>
                    <a:pt x="0" y="92710"/>
                  </a:lnTo>
                  <a:cubicBezTo>
                    <a:pt x="0" y="41910"/>
                    <a:pt x="41910" y="0"/>
                    <a:pt x="92710" y="0"/>
                  </a:cubicBezTo>
                  <a:lnTo>
                    <a:pt x="7280132" y="0"/>
                  </a:lnTo>
                  <a:cubicBezTo>
                    <a:pt x="7330932" y="0"/>
                    <a:pt x="7372841" y="41910"/>
                    <a:pt x="7372841" y="92710"/>
                  </a:cubicBezTo>
                  <a:lnTo>
                    <a:pt x="7372841" y="20326280"/>
                  </a:lnTo>
                  <a:cubicBezTo>
                    <a:pt x="7374111" y="20378350"/>
                    <a:pt x="7332201" y="20420261"/>
                    <a:pt x="7281401" y="20420261"/>
                  </a:cubicBezTo>
                  <a:close/>
                </a:path>
              </a:pathLst>
            </a:custGeom>
            <a:solidFill>
              <a:srgbClr val="FFFFFF"/>
            </a:solidFill>
          </p:spPr>
        </p:sp>
        <p:sp>
          <p:nvSpPr>
            <p:cNvPr name="Freeform 4" id="4"/>
            <p:cNvSpPr/>
            <p:nvPr/>
          </p:nvSpPr>
          <p:spPr>
            <a:xfrm flipH="false" flipV="false" rot="0">
              <a:off x="0" y="0"/>
              <a:ext cx="7437612" cy="20483761"/>
            </a:xfrm>
            <a:custGeom>
              <a:avLst/>
              <a:gdLst/>
              <a:ahLst/>
              <a:cxnLst/>
              <a:rect r="r" b="b" t="t" l="l"/>
              <a:pathLst>
                <a:path h="20483761" w="7437612">
                  <a:moveTo>
                    <a:pt x="7313151" y="59690"/>
                  </a:moveTo>
                  <a:cubicBezTo>
                    <a:pt x="7348711" y="59690"/>
                    <a:pt x="7377922" y="88900"/>
                    <a:pt x="7377922" y="124460"/>
                  </a:cubicBezTo>
                  <a:lnTo>
                    <a:pt x="7377922" y="20359300"/>
                  </a:lnTo>
                  <a:cubicBezTo>
                    <a:pt x="7377922" y="20394861"/>
                    <a:pt x="7348711" y="20424071"/>
                    <a:pt x="7313151" y="20424071"/>
                  </a:cubicBezTo>
                  <a:lnTo>
                    <a:pt x="124460" y="20424071"/>
                  </a:lnTo>
                  <a:cubicBezTo>
                    <a:pt x="88900" y="20424071"/>
                    <a:pt x="59690" y="20394861"/>
                    <a:pt x="59690" y="20359300"/>
                  </a:cubicBezTo>
                  <a:lnTo>
                    <a:pt x="59690" y="124460"/>
                  </a:lnTo>
                  <a:cubicBezTo>
                    <a:pt x="59690" y="88900"/>
                    <a:pt x="88900" y="59690"/>
                    <a:pt x="124460" y="59690"/>
                  </a:cubicBezTo>
                  <a:lnTo>
                    <a:pt x="7313151" y="59690"/>
                  </a:lnTo>
                  <a:moveTo>
                    <a:pt x="7313151" y="0"/>
                  </a:moveTo>
                  <a:lnTo>
                    <a:pt x="124460" y="0"/>
                  </a:lnTo>
                  <a:cubicBezTo>
                    <a:pt x="55880" y="0"/>
                    <a:pt x="0" y="55880"/>
                    <a:pt x="0" y="124460"/>
                  </a:cubicBezTo>
                  <a:lnTo>
                    <a:pt x="0" y="20359300"/>
                  </a:lnTo>
                  <a:cubicBezTo>
                    <a:pt x="0" y="20427880"/>
                    <a:pt x="55880" y="20483761"/>
                    <a:pt x="124460" y="20483761"/>
                  </a:cubicBezTo>
                  <a:lnTo>
                    <a:pt x="7313151" y="20483761"/>
                  </a:lnTo>
                  <a:cubicBezTo>
                    <a:pt x="7381732" y="20483761"/>
                    <a:pt x="7437612" y="20427880"/>
                    <a:pt x="7437612" y="20359300"/>
                  </a:cubicBezTo>
                  <a:lnTo>
                    <a:pt x="7437612" y="124460"/>
                  </a:lnTo>
                  <a:cubicBezTo>
                    <a:pt x="7437612" y="55880"/>
                    <a:pt x="7381732" y="0"/>
                    <a:pt x="7313151" y="0"/>
                  </a:cubicBezTo>
                  <a:close/>
                </a:path>
              </a:pathLst>
            </a:custGeom>
            <a:solidFill>
              <a:srgbClr val="000000"/>
            </a:solidFill>
          </p:spPr>
        </p:sp>
      </p:grpSp>
      <p:grpSp>
        <p:nvGrpSpPr>
          <p:cNvPr name="Group 5" id="5"/>
          <p:cNvGrpSpPr/>
          <p:nvPr/>
        </p:nvGrpSpPr>
        <p:grpSpPr>
          <a:xfrm rot="0">
            <a:off x="2354251" y="2964537"/>
            <a:ext cx="1464040" cy="4032081"/>
            <a:chOff x="0" y="0"/>
            <a:chExt cx="7437611" cy="20483760"/>
          </a:xfrm>
        </p:grpSpPr>
        <p:sp>
          <p:nvSpPr>
            <p:cNvPr name="Freeform 6" id="6"/>
            <p:cNvSpPr/>
            <p:nvPr/>
          </p:nvSpPr>
          <p:spPr>
            <a:xfrm flipH="false" flipV="false" rot="0">
              <a:off x="31750" y="31750"/>
              <a:ext cx="7374111" cy="20420261"/>
            </a:xfrm>
            <a:custGeom>
              <a:avLst/>
              <a:gdLst/>
              <a:ahLst/>
              <a:cxnLst/>
              <a:rect r="r" b="b" t="t" l="l"/>
              <a:pathLst>
                <a:path h="20420261" w="7374111">
                  <a:moveTo>
                    <a:pt x="7281401" y="20420261"/>
                  </a:moveTo>
                  <a:lnTo>
                    <a:pt x="92710" y="20420261"/>
                  </a:lnTo>
                  <a:cubicBezTo>
                    <a:pt x="41910" y="20420261"/>
                    <a:pt x="0" y="20378350"/>
                    <a:pt x="0" y="20327550"/>
                  </a:cubicBezTo>
                  <a:lnTo>
                    <a:pt x="0" y="92710"/>
                  </a:lnTo>
                  <a:cubicBezTo>
                    <a:pt x="0" y="41910"/>
                    <a:pt x="41910" y="0"/>
                    <a:pt x="92710" y="0"/>
                  </a:cubicBezTo>
                  <a:lnTo>
                    <a:pt x="7280132" y="0"/>
                  </a:lnTo>
                  <a:cubicBezTo>
                    <a:pt x="7330932" y="0"/>
                    <a:pt x="7372841" y="41910"/>
                    <a:pt x="7372841" y="92710"/>
                  </a:cubicBezTo>
                  <a:lnTo>
                    <a:pt x="7372841" y="20326280"/>
                  </a:lnTo>
                  <a:cubicBezTo>
                    <a:pt x="7374111" y="20378350"/>
                    <a:pt x="7332201" y="20420261"/>
                    <a:pt x="7281401" y="20420261"/>
                  </a:cubicBezTo>
                  <a:close/>
                </a:path>
              </a:pathLst>
            </a:custGeom>
            <a:solidFill>
              <a:srgbClr val="FFFFFF"/>
            </a:solidFill>
          </p:spPr>
        </p:sp>
        <p:sp>
          <p:nvSpPr>
            <p:cNvPr name="Freeform 7" id="7"/>
            <p:cNvSpPr/>
            <p:nvPr/>
          </p:nvSpPr>
          <p:spPr>
            <a:xfrm flipH="false" flipV="false" rot="0">
              <a:off x="0" y="0"/>
              <a:ext cx="7437612" cy="20483761"/>
            </a:xfrm>
            <a:custGeom>
              <a:avLst/>
              <a:gdLst/>
              <a:ahLst/>
              <a:cxnLst/>
              <a:rect r="r" b="b" t="t" l="l"/>
              <a:pathLst>
                <a:path h="20483761" w="7437612">
                  <a:moveTo>
                    <a:pt x="7313151" y="59690"/>
                  </a:moveTo>
                  <a:cubicBezTo>
                    <a:pt x="7348711" y="59690"/>
                    <a:pt x="7377922" y="88900"/>
                    <a:pt x="7377922" y="124460"/>
                  </a:cubicBezTo>
                  <a:lnTo>
                    <a:pt x="7377922" y="20359300"/>
                  </a:lnTo>
                  <a:cubicBezTo>
                    <a:pt x="7377922" y="20394861"/>
                    <a:pt x="7348711" y="20424071"/>
                    <a:pt x="7313151" y="20424071"/>
                  </a:cubicBezTo>
                  <a:lnTo>
                    <a:pt x="124460" y="20424071"/>
                  </a:lnTo>
                  <a:cubicBezTo>
                    <a:pt x="88900" y="20424071"/>
                    <a:pt x="59690" y="20394861"/>
                    <a:pt x="59690" y="20359300"/>
                  </a:cubicBezTo>
                  <a:lnTo>
                    <a:pt x="59690" y="124460"/>
                  </a:lnTo>
                  <a:cubicBezTo>
                    <a:pt x="59690" y="88900"/>
                    <a:pt x="88900" y="59690"/>
                    <a:pt x="124460" y="59690"/>
                  </a:cubicBezTo>
                  <a:lnTo>
                    <a:pt x="7313151" y="59690"/>
                  </a:lnTo>
                  <a:moveTo>
                    <a:pt x="7313151" y="0"/>
                  </a:moveTo>
                  <a:lnTo>
                    <a:pt x="124460" y="0"/>
                  </a:lnTo>
                  <a:cubicBezTo>
                    <a:pt x="55880" y="0"/>
                    <a:pt x="0" y="55880"/>
                    <a:pt x="0" y="124460"/>
                  </a:cubicBezTo>
                  <a:lnTo>
                    <a:pt x="0" y="20359300"/>
                  </a:lnTo>
                  <a:cubicBezTo>
                    <a:pt x="0" y="20427880"/>
                    <a:pt x="55880" y="20483761"/>
                    <a:pt x="124460" y="20483761"/>
                  </a:cubicBezTo>
                  <a:lnTo>
                    <a:pt x="7313151" y="20483761"/>
                  </a:lnTo>
                  <a:cubicBezTo>
                    <a:pt x="7381732" y="20483761"/>
                    <a:pt x="7437612" y="20427880"/>
                    <a:pt x="7437612" y="20359300"/>
                  </a:cubicBezTo>
                  <a:lnTo>
                    <a:pt x="7437612" y="124460"/>
                  </a:lnTo>
                  <a:cubicBezTo>
                    <a:pt x="7437612" y="55880"/>
                    <a:pt x="7381732" y="0"/>
                    <a:pt x="7313151" y="0"/>
                  </a:cubicBezTo>
                  <a:close/>
                </a:path>
              </a:pathLst>
            </a:custGeom>
            <a:solidFill>
              <a:srgbClr val="000000"/>
            </a:solidFill>
          </p:spPr>
        </p:sp>
      </p:grpSp>
      <p:grpSp>
        <p:nvGrpSpPr>
          <p:cNvPr name="Group 8" id="8"/>
          <p:cNvGrpSpPr/>
          <p:nvPr/>
        </p:nvGrpSpPr>
        <p:grpSpPr>
          <a:xfrm rot="0">
            <a:off x="731520" y="2156216"/>
            <a:ext cx="1464040" cy="549095"/>
            <a:chOff x="0" y="0"/>
            <a:chExt cx="6577418" cy="2466889"/>
          </a:xfrm>
        </p:grpSpPr>
        <p:sp>
          <p:nvSpPr>
            <p:cNvPr name="Freeform 9" id="9"/>
            <p:cNvSpPr/>
            <p:nvPr/>
          </p:nvSpPr>
          <p:spPr>
            <a:xfrm flipH="false" flipV="false" rot="0">
              <a:off x="0" y="0"/>
              <a:ext cx="6577418" cy="2466889"/>
            </a:xfrm>
            <a:custGeom>
              <a:avLst/>
              <a:gdLst/>
              <a:ahLst/>
              <a:cxnLst/>
              <a:rect r="r" b="b" t="t" l="l"/>
              <a:pathLst>
                <a:path h="2466889" w="6577418">
                  <a:moveTo>
                    <a:pt x="6452958" y="2466889"/>
                  </a:moveTo>
                  <a:lnTo>
                    <a:pt x="124460" y="2466889"/>
                  </a:lnTo>
                  <a:cubicBezTo>
                    <a:pt x="55880" y="2466889"/>
                    <a:pt x="0" y="2411009"/>
                    <a:pt x="0" y="2342429"/>
                  </a:cubicBezTo>
                  <a:lnTo>
                    <a:pt x="0" y="124460"/>
                  </a:lnTo>
                  <a:cubicBezTo>
                    <a:pt x="0" y="55880"/>
                    <a:pt x="55880" y="0"/>
                    <a:pt x="124460" y="0"/>
                  </a:cubicBezTo>
                  <a:lnTo>
                    <a:pt x="6452958" y="0"/>
                  </a:lnTo>
                  <a:cubicBezTo>
                    <a:pt x="6521538" y="0"/>
                    <a:pt x="6577418" y="55880"/>
                    <a:pt x="6577418" y="124460"/>
                  </a:cubicBezTo>
                  <a:lnTo>
                    <a:pt x="6577418" y="2342429"/>
                  </a:lnTo>
                  <a:cubicBezTo>
                    <a:pt x="6577418" y="2411009"/>
                    <a:pt x="6521538" y="2466889"/>
                    <a:pt x="6452958" y="2466889"/>
                  </a:cubicBezTo>
                  <a:close/>
                </a:path>
              </a:pathLst>
            </a:custGeom>
            <a:solidFill>
              <a:srgbClr val="9ED442"/>
            </a:solidFill>
          </p:spPr>
        </p:sp>
      </p:grpSp>
      <p:grpSp>
        <p:nvGrpSpPr>
          <p:cNvPr name="Group 10" id="10"/>
          <p:cNvGrpSpPr/>
          <p:nvPr/>
        </p:nvGrpSpPr>
        <p:grpSpPr>
          <a:xfrm rot="0">
            <a:off x="2354251" y="2156216"/>
            <a:ext cx="1464040" cy="549095"/>
            <a:chOff x="0" y="0"/>
            <a:chExt cx="6577418" cy="2466889"/>
          </a:xfrm>
        </p:grpSpPr>
        <p:sp>
          <p:nvSpPr>
            <p:cNvPr name="Freeform 11" id="11"/>
            <p:cNvSpPr/>
            <p:nvPr/>
          </p:nvSpPr>
          <p:spPr>
            <a:xfrm flipH="false" flipV="false" rot="0">
              <a:off x="0" y="0"/>
              <a:ext cx="6577418" cy="2466889"/>
            </a:xfrm>
            <a:custGeom>
              <a:avLst/>
              <a:gdLst/>
              <a:ahLst/>
              <a:cxnLst/>
              <a:rect r="r" b="b" t="t" l="l"/>
              <a:pathLst>
                <a:path h="2466889" w="6577418">
                  <a:moveTo>
                    <a:pt x="6452958" y="2466889"/>
                  </a:moveTo>
                  <a:lnTo>
                    <a:pt x="124460" y="2466889"/>
                  </a:lnTo>
                  <a:cubicBezTo>
                    <a:pt x="55880" y="2466889"/>
                    <a:pt x="0" y="2411009"/>
                    <a:pt x="0" y="2342429"/>
                  </a:cubicBezTo>
                  <a:lnTo>
                    <a:pt x="0" y="124460"/>
                  </a:lnTo>
                  <a:cubicBezTo>
                    <a:pt x="0" y="55880"/>
                    <a:pt x="55880" y="0"/>
                    <a:pt x="124460" y="0"/>
                  </a:cubicBezTo>
                  <a:lnTo>
                    <a:pt x="6452958" y="0"/>
                  </a:lnTo>
                  <a:cubicBezTo>
                    <a:pt x="6521538" y="0"/>
                    <a:pt x="6577418" y="55880"/>
                    <a:pt x="6577418" y="124460"/>
                  </a:cubicBezTo>
                  <a:lnTo>
                    <a:pt x="6577418" y="2342429"/>
                  </a:lnTo>
                  <a:cubicBezTo>
                    <a:pt x="6577418" y="2411009"/>
                    <a:pt x="6521538" y="2466889"/>
                    <a:pt x="6452958" y="2466889"/>
                  </a:cubicBezTo>
                  <a:close/>
                </a:path>
              </a:pathLst>
            </a:custGeom>
            <a:solidFill>
              <a:srgbClr val="43D1A1"/>
            </a:solidFill>
          </p:spPr>
        </p:sp>
      </p:grpSp>
      <p:sp>
        <p:nvSpPr>
          <p:cNvPr name="TextBox 12" id="12"/>
          <p:cNvSpPr txBox="true"/>
          <p:nvPr/>
        </p:nvSpPr>
        <p:spPr>
          <a:xfrm rot="0">
            <a:off x="906607" y="3235532"/>
            <a:ext cx="1132917" cy="745653"/>
          </a:xfrm>
          <a:prstGeom prst="rect">
            <a:avLst/>
          </a:prstGeom>
        </p:spPr>
        <p:txBody>
          <a:bodyPr anchor="t" rtlCol="false" tIns="0" lIns="0" bIns="0" rIns="0">
            <a:spAutoFit/>
          </a:bodyPr>
          <a:lstStyle/>
          <a:p>
            <a:pPr algn="ctr">
              <a:lnSpc>
                <a:spcPts val="1521"/>
              </a:lnSpc>
            </a:pPr>
            <a:r>
              <a:rPr lang="en-US" sz="1027" spc="-10">
                <a:solidFill>
                  <a:srgbClr val="000000"/>
                </a:solidFill>
                <a:latin typeface="Inter"/>
                <a:ea typeface="Inter"/>
                <a:cs typeface="Inter"/>
                <a:sym typeface="Inter"/>
              </a:rPr>
              <a:t>Introduce brielfy your research topic and potential research question:</a:t>
            </a:r>
          </a:p>
        </p:txBody>
      </p:sp>
      <p:sp>
        <p:nvSpPr>
          <p:cNvPr name="TextBox 13" id="13"/>
          <p:cNvSpPr txBox="true"/>
          <p:nvPr/>
        </p:nvSpPr>
        <p:spPr>
          <a:xfrm rot="0">
            <a:off x="2519813" y="3235532"/>
            <a:ext cx="1132917" cy="1861811"/>
          </a:xfrm>
          <a:prstGeom prst="rect">
            <a:avLst/>
          </a:prstGeom>
        </p:spPr>
        <p:txBody>
          <a:bodyPr anchor="t" rtlCol="false" tIns="0" lIns="0" bIns="0" rIns="0">
            <a:spAutoFit/>
          </a:bodyPr>
          <a:lstStyle/>
          <a:p>
            <a:pPr algn="ctr">
              <a:lnSpc>
                <a:spcPts val="1521"/>
              </a:lnSpc>
            </a:pPr>
            <a:r>
              <a:rPr lang="en-US" sz="1027" spc="-10">
                <a:solidFill>
                  <a:srgbClr val="000000"/>
                </a:solidFill>
                <a:latin typeface="Inter"/>
                <a:ea typeface="Inter"/>
                <a:cs typeface="Inter"/>
                <a:sym typeface="Inter"/>
              </a:rPr>
              <a:t>List the main goal(s) and expected outcome(s): hypothesis.</a:t>
            </a:r>
          </a:p>
          <a:p>
            <a:pPr algn="ctr">
              <a:lnSpc>
                <a:spcPts val="1521"/>
              </a:lnSpc>
            </a:pPr>
          </a:p>
          <a:p>
            <a:pPr algn="ctr">
              <a:lnSpc>
                <a:spcPts val="1521"/>
              </a:lnSpc>
            </a:pPr>
            <a:r>
              <a:rPr lang="en-US" sz="1027" spc="-10">
                <a:solidFill>
                  <a:srgbClr val="000000"/>
                </a:solidFill>
                <a:latin typeface="Inter"/>
                <a:ea typeface="Inter"/>
                <a:cs typeface="Inter"/>
                <a:sym typeface="Inter"/>
              </a:rPr>
              <a:t>Briefly describe your research methodology and tools. </a:t>
            </a:r>
          </a:p>
        </p:txBody>
      </p:sp>
      <p:sp>
        <p:nvSpPr>
          <p:cNvPr name="TextBox 14" id="14"/>
          <p:cNvSpPr txBox="true"/>
          <p:nvPr/>
        </p:nvSpPr>
        <p:spPr>
          <a:xfrm rot="0">
            <a:off x="882099" y="2273874"/>
            <a:ext cx="1147900" cy="304036"/>
          </a:xfrm>
          <a:prstGeom prst="rect">
            <a:avLst/>
          </a:prstGeom>
        </p:spPr>
        <p:txBody>
          <a:bodyPr anchor="t" rtlCol="false" tIns="0" lIns="0" bIns="0" rIns="0">
            <a:spAutoFit/>
          </a:bodyPr>
          <a:lstStyle/>
          <a:p>
            <a:pPr algn="ctr">
              <a:lnSpc>
                <a:spcPts val="1273"/>
              </a:lnSpc>
            </a:pPr>
            <a:r>
              <a:rPr lang="en-US" b="true" sz="909" spc="27">
                <a:solidFill>
                  <a:srgbClr val="000000"/>
                </a:solidFill>
                <a:latin typeface="Inter Bold"/>
                <a:ea typeface="Inter Bold"/>
                <a:cs typeface="Inter Bold"/>
                <a:sym typeface="Inter Bold"/>
              </a:rPr>
              <a:t>CONCEPTION</a:t>
            </a:r>
          </a:p>
          <a:p>
            <a:pPr algn="ctr">
              <a:lnSpc>
                <a:spcPts val="1273"/>
              </a:lnSpc>
            </a:pPr>
            <a:r>
              <a:rPr lang="en-US" b="true" sz="909" spc="27">
                <a:solidFill>
                  <a:srgbClr val="000000"/>
                </a:solidFill>
                <a:latin typeface="Inter Bold"/>
                <a:ea typeface="Inter Bold"/>
                <a:cs typeface="Inter Bold"/>
                <a:sym typeface="Inter Bold"/>
              </a:rPr>
              <a:t>AND INITIATION</a:t>
            </a:r>
          </a:p>
        </p:txBody>
      </p:sp>
      <p:sp>
        <p:nvSpPr>
          <p:cNvPr name="TextBox 15" id="15"/>
          <p:cNvSpPr txBox="true"/>
          <p:nvPr/>
        </p:nvSpPr>
        <p:spPr>
          <a:xfrm rot="0">
            <a:off x="2504829" y="2350897"/>
            <a:ext cx="1147900" cy="149989"/>
          </a:xfrm>
          <a:prstGeom prst="rect">
            <a:avLst/>
          </a:prstGeom>
        </p:spPr>
        <p:txBody>
          <a:bodyPr anchor="t" rtlCol="false" tIns="0" lIns="0" bIns="0" rIns="0">
            <a:spAutoFit/>
          </a:bodyPr>
          <a:lstStyle/>
          <a:p>
            <a:pPr algn="ctr">
              <a:lnSpc>
                <a:spcPts val="1273"/>
              </a:lnSpc>
            </a:pPr>
            <a:r>
              <a:rPr lang="en-US" b="true" sz="909" spc="27">
                <a:solidFill>
                  <a:srgbClr val="000000"/>
                </a:solidFill>
                <a:latin typeface="Inter Bold"/>
                <a:ea typeface="Inter Bold"/>
                <a:cs typeface="Inter Bold"/>
                <a:sym typeface="Inter Bold"/>
              </a:rPr>
              <a:t>STUDY DEFINITION</a:t>
            </a:r>
          </a:p>
        </p:txBody>
      </p:sp>
      <p:grpSp>
        <p:nvGrpSpPr>
          <p:cNvPr name="Group 16" id="16"/>
          <p:cNvGrpSpPr/>
          <p:nvPr/>
        </p:nvGrpSpPr>
        <p:grpSpPr>
          <a:xfrm rot="0">
            <a:off x="1360528" y="2695520"/>
            <a:ext cx="196062" cy="131826"/>
            <a:chOff x="0" y="0"/>
            <a:chExt cx="1930400" cy="1297940"/>
          </a:xfrm>
        </p:grpSpPr>
        <p:sp>
          <p:nvSpPr>
            <p:cNvPr name="Freeform 17" id="17"/>
            <p:cNvSpPr/>
            <p:nvPr/>
          </p:nvSpPr>
          <p:spPr>
            <a:xfrm flipH="false" flipV="false" rot="0">
              <a:off x="0" y="0"/>
              <a:ext cx="1930400" cy="1297940"/>
            </a:xfrm>
            <a:custGeom>
              <a:avLst/>
              <a:gdLst/>
              <a:ahLst/>
              <a:cxnLst/>
              <a:rect r="r" b="b" t="t" l="l"/>
              <a:pathLst>
                <a:path h="1297940" w="1930400">
                  <a:moveTo>
                    <a:pt x="0" y="0"/>
                  </a:moveTo>
                  <a:lnTo>
                    <a:pt x="965200" y="1297940"/>
                  </a:lnTo>
                  <a:lnTo>
                    <a:pt x="1930400" y="0"/>
                  </a:lnTo>
                  <a:close/>
                </a:path>
              </a:pathLst>
            </a:custGeom>
            <a:solidFill>
              <a:srgbClr val="9ED442"/>
            </a:solidFill>
          </p:spPr>
        </p:sp>
      </p:grpSp>
      <p:grpSp>
        <p:nvGrpSpPr>
          <p:cNvPr name="Group 18" id="18"/>
          <p:cNvGrpSpPr/>
          <p:nvPr/>
        </p:nvGrpSpPr>
        <p:grpSpPr>
          <a:xfrm rot="0">
            <a:off x="2983258" y="2695520"/>
            <a:ext cx="196062" cy="131826"/>
            <a:chOff x="0" y="0"/>
            <a:chExt cx="1930400" cy="1297940"/>
          </a:xfrm>
        </p:grpSpPr>
        <p:sp>
          <p:nvSpPr>
            <p:cNvPr name="Freeform 19" id="19"/>
            <p:cNvSpPr/>
            <p:nvPr/>
          </p:nvSpPr>
          <p:spPr>
            <a:xfrm flipH="false" flipV="false" rot="0">
              <a:off x="0" y="0"/>
              <a:ext cx="1930400" cy="1297940"/>
            </a:xfrm>
            <a:custGeom>
              <a:avLst/>
              <a:gdLst/>
              <a:ahLst/>
              <a:cxnLst/>
              <a:rect r="r" b="b" t="t" l="l"/>
              <a:pathLst>
                <a:path h="1297940" w="1930400">
                  <a:moveTo>
                    <a:pt x="0" y="0"/>
                  </a:moveTo>
                  <a:lnTo>
                    <a:pt x="965200" y="1297940"/>
                  </a:lnTo>
                  <a:lnTo>
                    <a:pt x="1930400" y="0"/>
                  </a:lnTo>
                  <a:close/>
                </a:path>
              </a:pathLst>
            </a:custGeom>
            <a:solidFill>
              <a:srgbClr val="43D1A1"/>
            </a:solidFill>
          </p:spPr>
        </p:sp>
      </p:grpSp>
      <p:grpSp>
        <p:nvGrpSpPr>
          <p:cNvPr name="Group 20" id="20"/>
          <p:cNvGrpSpPr/>
          <p:nvPr/>
        </p:nvGrpSpPr>
        <p:grpSpPr>
          <a:xfrm rot="0">
            <a:off x="3976981" y="2964537"/>
            <a:ext cx="1464040" cy="4032081"/>
            <a:chOff x="0" y="0"/>
            <a:chExt cx="7437611" cy="20483760"/>
          </a:xfrm>
        </p:grpSpPr>
        <p:sp>
          <p:nvSpPr>
            <p:cNvPr name="Freeform 21" id="21"/>
            <p:cNvSpPr/>
            <p:nvPr/>
          </p:nvSpPr>
          <p:spPr>
            <a:xfrm flipH="false" flipV="false" rot="0">
              <a:off x="31750" y="31750"/>
              <a:ext cx="7374111" cy="20420261"/>
            </a:xfrm>
            <a:custGeom>
              <a:avLst/>
              <a:gdLst/>
              <a:ahLst/>
              <a:cxnLst/>
              <a:rect r="r" b="b" t="t" l="l"/>
              <a:pathLst>
                <a:path h="20420261" w="7374111">
                  <a:moveTo>
                    <a:pt x="7281401" y="20420261"/>
                  </a:moveTo>
                  <a:lnTo>
                    <a:pt x="92710" y="20420261"/>
                  </a:lnTo>
                  <a:cubicBezTo>
                    <a:pt x="41910" y="20420261"/>
                    <a:pt x="0" y="20378350"/>
                    <a:pt x="0" y="20327550"/>
                  </a:cubicBezTo>
                  <a:lnTo>
                    <a:pt x="0" y="92710"/>
                  </a:lnTo>
                  <a:cubicBezTo>
                    <a:pt x="0" y="41910"/>
                    <a:pt x="41910" y="0"/>
                    <a:pt x="92710" y="0"/>
                  </a:cubicBezTo>
                  <a:lnTo>
                    <a:pt x="7280132" y="0"/>
                  </a:lnTo>
                  <a:cubicBezTo>
                    <a:pt x="7330932" y="0"/>
                    <a:pt x="7372841" y="41910"/>
                    <a:pt x="7372841" y="92710"/>
                  </a:cubicBezTo>
                  <a:lnTo>
                    <a:pt x="7372841" y="20326280"/>
                  </a:lnTo>
                  <a:cubicBezTo>
                    <a:pt x="7374111" y="20378350"/>
                    <a:pt x="7332201" y="20420261"/>
                    <a:pt x="7281401" y="20420261"/>
                  </a:cubicBezTo>
                  <a:close/>
                </a:path>
              </a:pathLst>
            </a:custGeom>
            <a:solidFill>
              <a:srgbClr val="FFFFFF"/>
            </a:solidFill>
          </p:spPr>
        </p:sp>
        <p:sp>
          <p:nvSpPr>
            <p:cNvPr name="Freeform 22" id="22"/>
            <p:cNvSpPr/>
            <p:nvPr/>
          </p:nvSpPr>
          <p:spPr>
            <a:xfrm flipH="false" flipV="false" rot="0">
              <a:off x="0" y="0"/>
              <a:ext cx="7437612" cy="20483761"/>
            </a:xfrm>
            <a:custGeom>
              <a:avLst/>
              <a:gdLst/>
              <a:ahLst/>
              <a:cxnLst/>
              <a:rect r="r" b="b" t="t" l="l"/>
              <a:pathLst>
                <a:path h="20483761" w="7437612">
                  <a:moveTo>
                    <a:pt x="7313151" y="59690"/>
                  </a:moveTo>
                  <a:cubicBezTo>
                    <a:pt x="7348711" y="59690"/>
                    <a:pt x="7377922" y="88900"/>
                    <a:pt x="7377922" y="124460"/>
                  </a:cubicBezTo>
                  <a:lnTo>
                    <a:pt x="7377922" y="20359300"/>
                  </a:lnTo>
                  <a:cubicBezTo>
                    <a:pt x="7377922" y="20394861"/>
                    <a:pt x="7348711" y="20424071"/>
                    <a:pt x="7313151" y="20424071"/>
                  </a:cubicBezTo>
                  <a:lnTo>
                    <a:pt x="124460" y="20424071"/>
                  </a:lnTo>
                  <a:cubicBezTo>
                    <a:pt x="88900" y="20424071"/>
                    <a:pt x="59690" y="20394861"/>
                    <a:pt x="59690" y="20359300"/>
                  </a:cubicBezTo>
                  <a:lnTo>
                    <a:pt x="59690" y="124460"/>
                  </a:lnTo>
                  <a:cubicBezTo>
                    <a:pt x="59690" y="88900"/>
                    <a:pt x="88900" y="59690"/>
                    <a:pt x="124460" y="59690"/>
                  </a:cubicBezTo>
                  <a:lnTo>
                    <a:pt x="7313151" y="59690"/>
                  </a:lnTo>
                  <a:moveTo>
                    <a:pt x="7313151" y="0"/>
                  </a:moveTo>
                  <a:lnTo>
                    <a:pt x="124460" y="0"/>
                  </a:lnTo>
                  <a:cubicBezTo>
                    <a:pt x="55880" y="0"/>
                    <a:pt x="0" y="55880"/>
                    <a:pt x="0" y="124460"/>
                  </a:cubicBezTo>
                  <a:lnTo>
                    <a:pt x="0" y="20359300"/>
                  </a:lnTo>
                  <a:cubicBezTo>
                    <a:pt x="0" y="20427880"/>
                    <a:pt x="55880" y="20483761"/>
                    <a:pt x="124460" y="20483761"/>
                  </a:cubicBezTo>
                  <a:lnTo>
                    <a:pt x="7313151" y="20483761"/>
                  </a:lnTo>
                  <a:cubicBezTo>
                    <a:pt x="7381732" y="20483761"/>
                    <a:pt x="7437612" y="20427880"/>
                    <a:pt x="7437612" y="20359300"/>
                  </a:cubicBezTo>
                  <a:lnTo>
                    <a:pt x="7437612" y="124460"/>
                  </a:lnTo>
                  <a:cubicBezTo>
                    <a:pt x="7437612" y="55880"/>
                    <a:pt x="7381732" y="0"/>
                    <a:pt x="7313151" y="0"/>
                  </a:cubicBezTo>
                  <a:close/>
                </a:path>
              </a:pathLst>
            </a:custGeom>
            <a:solidFill>
              <a:srgbClr val="000000"/>
            </a:solidFill>
          </p:spPr>
        </p:sp>
      </p:grpSp>
      <p:grpSp>
        <p:nvGrpSpPr>
          <p:cNvPr name="Group 23" id="23"/>
          <p:cNvGrpSpPr/>
          <p:nvPr/>
        </p:nvGrpSpPr>
        <p:grpSpPr>
          <a:xfrm rot="0">
            <a:off x="3976981" y="2156216"/>
            <a:ext cx="1464040" cy="549095"/>
            <a:chOff x="0" y="0"/>
            <a:chExt cx="6577418" cy="2466889"/>
          </a:xfrm>
        </p:grpSpPr>
        <p:sp>
          <p:nvSpPr>
            <p:cNvPr name="Freeform 24" id="24"/>
            <p:cNvSpPr/>
            <p:nvPr/>
          </p:nvSpPr>
          <p:spPr>
            <a:xfrm flipH="false" flipV="false" rot="0">
              <a:off x="0" y="0"/>
              <a:ext cx="6577418" cy="2466889"/>
            </a:xfrm>
            <a:custGeom>
              <a:avLst/>
              <a:gdLst/>
              <a:ahLst/>
              <a:cxnLst/>
              <a:rect r="r" b="b" t="t" l="l"/>
              <a:pathLst>
                <a:path h="2466889" w="6577418">
                  <a:moveTo>
                    <a:pt x="6452958" y="2466889"/>
                  </a:moveTo>
                  <a:lnTo>
                    <a:pt x="124460" y="2466889"/>
                  </a:lnTo>
                  <a:cubicBezTo>
                    <a:pt x="55880" y="2466889"/>
                    <a:pt x="0" y="2411009"/>
                    <a:pt x="0" y="2342429"/>
                  </a:cubicBezTo>
                  <a:lnTo>
                    <a:pt x="0" y="124460"/>
                  </a:lnTo>
                  <a:cubicBezTo>
                    <a:pt x="0" y="55880"/>
                    <a:pt x="55880" y="0"/>
                    <a:pt x="124460" y="0"/>
                  </a:cubicBezTo>
                  <a:lnTo>
                    <a:pt x="6452958" y="0"/>
                  </a:lnTo>
                  <a:cubicBezTo>
                    <a:pt x="6521538" y="0"/>
                    <a:pt x="6577418" y="55880"/>
                    <a:pt x="6577418" y="124460"/>
                  </a:cubicBezTo>
                  <a:lnTo>
                    <a:pt x="6577418" y="2342429"/>
                  </a:lnTo>
                  <a:cubicBezTo>
                    <a:pt x="6577418" y="2411009"/>
                    <a:pt x="6521538" y="2466889"/>
                    <a:pt x="6452958" y="2466889"/>
                  </a:cubicBezTo>
                  <a:close/>
                </a:path>
              </a:pathLst>
            </a:custGeom>
            <a:solidFill>
              <a:srgbClr val="40D4E2"/>
            </a:solidFill>
          </p:spPr>
        </p:sp>
      </p:grpSp>
      <p:sp>
        <p:nvSpPr>
          <p:cNvPr name="TextBox 25" id="25"/>
          <p:cNvSpPr txBox="true"/>
          <p:nvPr/>
        </p:nvSpPr>
        <p:spPr>
          <a:xfrm rot="0">
            <a:off x="4142543" y="3235532"/>
            <a:ext cx="1132917" cy="3536048"/>
          </a:xfrm>
          <a:prstGeom prst="rect">
            <a:avLst/>
          </a:prstGeom>
        </p:spPr>
        <p:txBody>
          <a:bodyPr anchor="t" rtlCol="false" tIns="0" lIns="0" bIns="0" rIns="0">
            <a:spAutoFit/>
          </a:bodyPr>
          <a:lstStyle/>
          <a:p>
            <a:pPr algn="ctr">
              <a:lnSpc>
                <a:spcPts val="1521"/>
              </a:lnSpc>
            </a:pPr>
            <a:r>
              <a:rPr lang="en-US" sz="1027" spc="-10">
                <a:solidFill>
                  <a:srgbClr val="000000"/>
                </a:solidFill>
                <a:latin typeface="Inter"/>
                <a:ea typeface="Inter"/>
                <a:cs typeface="Inter"/>
                <a:sym typeface="Inter"/>
              </a:rPr>
              <a:t>List the information sources to assist the preparation of the sate of the art and literatura review.</a:t>
            </a:r>
          </a:p>
          <a:p>
            <a:pPr algn="ctr">
              <a:lnSpc>
                <a:spcPts val="1521"/>
              </a:lnSpc>
            </a:pPr>
          </a:p>
          <a:p>
            <a:pPr algn="ctr">
              <a:lnSpc>
                <a:spcPts val="1521"/>
              </a:lnSpc>
            </a:pPr>
            <a:r>
              <a:rPr lang="en-US" sz="1027" spc="-10">
                <a:solidFill>
                  <a:srgbClr val="000000"/>
                </a:solidFill>
                <a:latin typeface="Inter"/>
                <a:ea typeface="Inter"/>
                <a:cs typeface="Inter"/>
                <a:sym typeface="Inter"/>
              </a:rPr>
              <a:t>List of Academic References.</a:t>
            </a:r>
          </a:p>
          <a:p>
            <a:pPr algn="ctr">
              <a:lnSpc>
                <a:spcPts val="1521"/>
              </a:lnSpc>
            </a:pPr>
          </a:p>
          <a:p>
            <a:pPr algn="ctr">
              <a:lnSpc>
                <a:spcPts val="1521"/>
              </a:lnSpc>
            </a:pPr>
            <a:r>
              <a:rPr lang="en-US" sz="1027" spc="-10">
                <a:solidFill>
                  <a:srgbClr val="000000"/>
                </a:solidFill>
                <a:latin typeface="Inter"/>
                <a:ea typeface="Inter"/>
                <a:cs typeface="Inter"/>
                <a:sym typeface="Inter"/>
              </a:rPr>
              <a:t>List the potential models/ background theories to support both the study rationale and the methodology. </a:t>
            </a:r>
          </a:p>
        </p:txBody>
      </p:sp>
      <p:sp>
        <p:nvSpPr>
          <p:cNvPr name="TextBox 26" id="26"/>
          <p:cNvSpPr txBox="true"/>
          <p:nvPr/>
        </p:nvSpPr>
        <p:spPr>
          <a:xfrm rot="0">
            <a:off x="4127560" y="2350897"/>
            <a:ext cx="1147900" cy="149989"/>
          </a:xfrm>
          <a:prstGeom prst="rect">
            <a:avLst/>
          </a:prstGeom>
        </p:spPr>
        <p:txBody>
          <a:bodyPr anchor="t" rtlCol="false" tIns="0" lIns="0" bIns="0" rIns="0">
            <a:spAutoFit/>
          </a:bodyPr>
          <a:lstStyle/>
          <a:p>
            <a:pPr algn="ctr">
              <a:lnSpc>
                <a:spcPts val="1273"/>
              </a:lnSpc>
            </a:pPr>
            <a:r>
              <a:rPr lang="en-US" b="true" sz="909" spc="27">
                <a:solidFill>
                  <a:srgbClr val="000000"/>
                </a:solidFill>
                <a:latin typeface="Inter Bold"/>
                <a:ea typeface="Inter Bold"/>
                <a:cs typeface="Inter Bold"/>
                <a:sym typeface="Inter Bold"/>
              </a:rPr>
              <a:t>DOCUMENTATION</a:t>
            </a:r>
          </a:p>
        </p:txBody>
      </p:sp>
      <p:grpSp>
        <p:nvGrpSpPr>
          <p:cNvPr name="Group 27" id="27"/>
          <p:cNvGrpSpPr/>
          <p:nvPr/>
        </p:nvGrpSpPr>
        <p:grpSpPr>
          <a:xfrm rot="0">
            <a:off x="4605989" y="2695520"/>
            <a:ext cx="196062" cy="131826"/>
            <a:chOff x="0" y="0"/>
            <a:chExt cx="1930400" cy="1297940"/>
          </a:xfrm>
        </p:grpSpPr>
        <p:sp>
          <p:nvSpPr>
            <p:cNvPr name="Freeform 28" id="28"/>
            <p:cNvSpPr/>
            <p:nvPr/>
          </p:nvSpPr>
          <p:spPr>
            <a:xfrm flipH="false" flipV="false" rot="0">
              <a:off x="0" y="0"/>
              <a:ext cx="1930400" cy="1297940"/>
            </a:xfrm>
            <a:custGeom>
              <a:avLst/>
              <a:gdLst/>
              <a:ahLst/>
              <a:cxnLst/>
              <a:rect r="r" b="b" t="t" l="l"/>
              <a:pathLst>
                <a:path h="1297940" w="1930400">
                  <a:moveTo>
                    <a:pt x="0" y="0"/>
                  </a:moveTo>
                  <a:lnTo>
                    <a:pt x="965200" y="1297940"/>
                  </a:lnTo>
                  <a:lnTo>
                    <a:pt x="1930400" y="0"/>
                  </a:lnTo>
                  <a:close/>
                </a:path>
              </a:pathLst>
            </a:custGeom>
            <a:solidFill>
              <a:srgbClr val="40D4E2"/>
            </a:solidFill>
          </p:spPr>
        </p:sp>
      </p:grpSp>
      <p:grpSp>
        <p:nvGrpSpPr>
          <p:cNvPr name="Group 29" id="29"/>
          <p:cNvGrpSpPr/>
          <p:nvPr/>
        </p:nvGrpSpPr>
        <p:grpSpPr>
          <a:xfrm rot="0">
            <a:off x="5599712" y="2964537"/>
            <a:ext cx="1464040" cy="4032081"/>
            <a:chOff x="0" y="0"/>
            <a:chExt cx="7437611" cy="20483760"/>
          </a:xfrm>
        </p:grpSpPr>
        <p:sp>
          <p:nvSpPr>
            <p:cNvPr name="Freeform 30" id="30"/>
            <p:cNvSpPr/>
            <p:nvPr/>
          </p:nvSpPr>
          <p:spPr>
            <a:xfrm flipH="false" flipV="false" rot="0">
              <a:off x="31750" y="31750"/>
              <a:ext cx="7374111" cy="20420261"/>
            </a:xfrm>
            <a:custGeom>
              <a:avLst/>
              <a:gdLst/>
              <a:ahLst/>
              <a:cxnLst/>
              <a:rect r="r" b="b" t="t" l="l"/>
              <a:pathLst>
                <a:path h="20420261" w="7374111">
                  <a:moveTo>
                    <a:pt x="7281401" y="20420261"/>
                  </a:moveTo>
                  <a:lnTo>
                    <a:pt x="92710" y="20420261"/>
                  </a:lnTo>
                  <a:cubicBezTo>
                    <a:pt x="41910" y="20420261"/>
                    <a:pt x="0" y="20378350"/>
                    <a:pt x="0" y="20327550"/>
                  </a:cubicBezTo>
                  <a:lnTo>
                    <a:pt x="0" y="92710"/>
                  </a:lnTo>
                  <a:cubicBezTo>
                    <a:pt x="0" y="41910"/>
                    <a:pt x="41910" y="0"/>
                    <a:pt x="92710" y="0"/>
                  </a:cubicBezTo>
                  <a:lnTo>
                    <a:pt x="7280132" y="0"/>
                  </a:lnTo>
                  <a:cubicBezTo>
                    <a:pt x="7330932" y="0"/>
                    <a:pt x="7372841" y="41910"/>
                    <a:pt x="7372841" y="92710"/>
                  </a:cubicBezTo>
                  <a:lnTo>
                    <a:pt x="7372841" y="20326280"/>
                  </a:lnTo>
                  <a:cubicBezTo>
                    <a:pt x="7374111" y="20378350"/>
                    <a:pt x="7332201" y="20420261"/>
                    <a:pt x="7281401" y="20420261"/>
                  </a:cubicBezTo>
                  <a:close/>
                </a:path>
              </a:pathLst>
            </a:custGeom>
            <a:solidFill>
              <a:srgbClr val="FFFFFF"/>
            </a:solidFill>
          </p:spPr>
        </p:sp>
        <p:sp>
          <p:nvSpPr>
            <p:cNvPr name="Freeform 31" id="31"/>
            <p:cNvSpPr/>
            <p:nvPr/>
          </p:nvSpPr>
          <p:spPr>
            <a:xfrm flipH="false" flipV="false" rot="0">
              <a:off x="0" y="0"/>
              <a:ext cx="7437612" cy="20483761"/>
            </a:xfrm>
            <a:custGeom>
              <a:avLst/>
              <a:gdLst/>
              <a:ahLst/>
              <a:cxnLst/>
              <a:rect r="r" b="b" t="t" l="l"/>
              <a:pathLst>
                <a:path h="20483761" w="7437612">
                  <a:moveTo>
                    <a:pt x="7313151" y="59690"/>
                  </a:moveTo>
                  <a:cubicBezTo>
                    <a:pt x="7348711" y="59690"/>
                    <a:pt x="7377922" y="88900"/>
                    <a:pt x="7377922" y="124460"/>
                  </a:cubicBezTo>
                  <a:lnTo>
                    <a:pt x="7377922" y="20359300"/>
                  </a:lnTo>
                  <a:cubicBezTo>
                    <a:pt x="7377922" y="20394861"/>
                    <a:pt x="7348711" y="20424071"/>
                    <a:pt x="7313151" y="20424071"/>
                  </a:cubicBezTo>
                  <a:lnTo>
                    <a:pt x="124460" y="20424071"/>
                  </a:lnTo>
                  <a:cubicBezTo>
                    <a:pt x="88900" y="20424071"/>
                    <a:pt x="59690" y="20394861"/>
                    <a:pt x="59690" y="20359300"/>
                  </a:cubicBezTo>
                  <a:lnTo>
                    <a:pt x="59690" y="124460"/>
                  </a:lnTo>
                  <a:cubicBezTo>
                    <a:pt x="59690" y="88900"/>
                    <a:pt x="88900" y="59690"/>
                    <a:pt x="124460" y="59690"/>
                  </a:cubicBezTo>
                  <a:lnTo>
                    <a:pt x="7313151" y="59690"/>
                  </a:lnTo>
                  <a:moveTo>
                    <a:pt x="7313151" y="0"/>
                  </a:moveTo>
                  <a:lnTo>
                    <a:pt x="124460" y="0"/>
                  </a:lnTo>
                  <a:cubicBezTo>
                    <a:pt x="55880" y="0"/>
                    <a:pt x="0" y="55880"/>
                    <a:pt x="0" y="124460"/>
                  </a:cubicBezTo>
                  <a:lnTo>
                    <a:pt x="0" y="20359300"/>
                  </a:lnTo>
                  <a:cubicBezTo>
                    <a:pt x="0" y="20427880"/>
                    <a:pt x="55880" y="20483761"/>
                    <a:pt x="124460" y="20483761"/>
                  </a:cubicBezTo>
                  <a:lnTo>
                    <a:pt x="7313151" y="20483761"/>
                  </a:lnTo>
                  <a:cubicBezTo>
                    <a:pt x="7381732" y="20483761"/>
                    <a:pt x="7437612" y="20427880"/>
                    <a:pt x="7437612" y="20359300"/>
                  </a:cubicBezTo>
                  <a:lnTo>
                    <a:pt x="7437612" y="124460"/>
                  </a:lnTo>
                  <a:cubicBezTo>
                    <a:pt x="7437612" y="55880"/>
                    <a:pt x="7381732" y="0"/>
                    <a:pt x="7313151" y="0"/>
                  </a:cubicBezTo>
                  <a:close/>
                </a:path>
              </a:pathLst>
            </a:custGeom>
            <a:solidFill>
              <a:srgbClr val="000000"/>
            </a:solidFill>
          </p:spPr>
        </p:sp>
      </p:grpSp>
      <p:grpSp>
        <p:nvGrpSpPr>
          <p:cNvPr name="Group 32" id="32"/>
          <p:cNvGrpSpPr/>
          <p:nvPr/>
        </p:nvGrpSpPr>
        <p:grpSpPr>
          <a:xfrm rot="0">
            <a:off x="5599712" y="2156216"/>
            <a:ext cx="1464040" cy="549095"/>
            <a:chOff x="0" y="0"/>
            <a:chExt cx="6577418" cy="2466889"/>
          </a:xfrm>
        </p:grpSpPr>
        <p:sp>
          <p:nvSpPr>
            <p:cNvPr name="Freeform 33" id="33"/>
            <p:cNvSpPr/>
            <p:nvPr/>
          </p:nvSpPr>
          <p:spPr>
            <a:xfrm flipH="false" flipV="false" rot="0">
              <a:off x="0" y="0"/>
              <a:ext cx="6577418" cy="2466889"/>
            </a:xfrm>
            <a:custGeom>
              <a:avLst/>
              <a:gdLst/>
              <a:ahLst/>
              <a:cxnLst/>
              <a:rect r="r" b="b" t="t" l="l"/>
              <a:pathLst>
                <a:path h="2466889" w="6577418">
                  <a:moveTo>
                    <a:pt x="6452958" y="2466889"/>
                  </a:moveTo>
                  <a:lnTo>
                    <a:pt x="124460" y="2466889"/>
                  </a:lnTo>
                  <a:cubicBezTo>
                    <a:pt x="55880" y="2466889"/>
                    <a:pt x="0" y="2411009"/>
                    <a:pt x="0" y="2342429"/>
                  </a:cubicBezTo>
                  <a:lnTo>
                    <a:pt x="0" y="124460"/>
                  </a:lnTo>
                  <a:cubicBezTo>
                    <a:pt x="0" y="55880"/>
                    <a:pt x="55880" y="0"/>
                    <a:pt x="124460" y="0"/>
                  </a:cubicBezTo>
                  <a:lnTo>
                    <a:pt x="6452958" y="0"/>
                  </a:lnTo>
                  <a:cubicBezTo>
                    <a:pt x="6521538" y="0"/>
                    <a:pt x="6577418" y="55880"/>
                    <a:pt x="6577418" y="124460"/>
                  </a:cubicBezTo>
                  <a:lnTo>
                    <a:pt x="6577418" y="2342429"/>
                  </a:lnTo>
                  <a:cubicBezTo>
                    <a:pt x="6577418" y="2411009"/>
                    <a:pt x="6521538" y="2466889"/>
                    <a:pt x="6452958" y="2466889"/>
                  </a:cubicBezTo>
                  <a:close/>
                </a:path>
              </a:pathLst>
            </a:custGeom>
            <a:solidFill>
              <a:srgbClr val="40A7E1"/>
            </a:solidFill>
          </p:spPr>
        </p:sp>
      </p:grpSp>
      <p:sp>
        <p:nvSpPr>
          <p:cNvPr name="TextBox 34" id="34"/>
          <p:cNvSpPr txBox="true"/>
          <p:nvPr/>
        </p:nvSpPr>
        <p:spPr>
          <a:xfrm rot="0">
            <a:off x="5765274" y="3235532"/>
            <a:ext cx="1132917" cy="1303732"/>
          </a:xfrm>
          <a:prstGeom prst="rect">
            <a:avLst/>
          </a:prstGeom>
        </p:spPr>
        <p:txBody>
          <a:bodyPr anchor="t" rtlCol="false" tIns="0" lIns="0" bIns="0" rIns="0">
            <a:spAutoFit/>
          </a:bodyPr>
          <a:lstStyle/>
          <a:p>
            <a:pPr algn="ctr">
              <a:lnSpc>
                <a:spcPts val="1521"/>
              </a:lnSpc>
            </a:pPr>
            <a:r>
              <a:rPr lang="en-US" sz="1027" spc="-10">
                <a:solidFill>
                  <a:srgbClr val="000000"/>
                </a:solidFill>
                <a:latin typeface="Inter"/>
                <a:ea typeface="Inter"/>
                <a:cs typeface="Inter"/>
                <a:sym typeface="Inter"/>
              </a:rPr>
              <a:t>List the main tasks to complete the project.</a:t>
            </a:r>
          </a:p>
          <a:p>
            <a:pPr algn="ctr">
              <a:lnSpc>
                <a:spcPts val="1521"/>
              </a:lnSpc>
            </a:pPr>
          </a:p>
          <a:p>
            <a:pPr algn="ctr">
              <a:lnSpc>
                <a:spcPts val="1521"/>
              </a:lnSpc>
            </a:pPr>
            <a:r>
              <a:rPr lang="en-US" sz="1027" spc="-10">
                <a:solidFill>
                  <a:srgbClr val="000000"/>
                </a:solidFill>
                <a:latin typeface="Inter"/>
                <a:ea typeface="Inter"/>
                <a:cs typeface="Inter"/>
                <a:sym typeface="Inter"/>
              </a:rPr>
              <a:t>Assign roles for the different contributors.</a:t>
            </a:r>
          </a:p>
        </p:txBody>
      </p:sp>
      <p:sp>
        <p:nvSpPr>
          <p:cNvPr name="TextBox 35" id="35"/>
          <p:cNvSpPr txBox="true"/>
          <p:nvPr/>
        </p:nvSpPr>
        <p:spPr>
          <a:xfrm rot="0">
            <a:off x="5750291" y="2273874"/>
            <a:ext cx="1147900" cy="304036"/>
          </a:xfrm>
          <a:prstGeom prst="rect">
            <a:avLst/>
          </a:prstGeom>
        </p:spPr>
        <p:txBody>
          <a:bodyPr anchor="t" rtlCol="false" tIns="0" lIns="0" bIns="0" rIns="0">
            <a:spAutoFit/>
          </a:bodyPr>
          <a:lstStyle/>
          <a:p>
            <a:pPr algn="ctr">
              <a:lnSpc>
                <a:spcPts val="1273"/>
              </a:lnSpc>
            </a:pPr>
            <a:r>
              <a:rPr lang="en-US" b="true" sz="909" spc="27">
                <a:solidFill>
                  <a:srgbClr val="000000"/>
                </a:solidFill>
                <a:latin typeface="Inter Bold"/>
                <a:ea typeface="Inter Bold"/>
                <a:cs typeface="Inter Bold"/>
                <a:sym typeface="Inter Bold"/>
              </a:rPr>
              <a:t>ROLES AND MANAGEMENT</a:t>
            </a:r>
          </a:p>
        </p:txBody>
      </p:sp>
      <p:grpSp>
        <p:nvGrpSpPr>
          <p:cNvPr name="Group 36" id="36"/>
          <p:cNvGrpSpPr/>
          <p:nvPr/>
        </p:nvGrpSpPr>
        <p:grpSpPr>
          <a:xfrm rot="0">
            <a:off x="6228720" y="2695520"/>
            <a:ext cx="196062" cy="131826"/>
            <a:chOff x="0" y="0"/>
            <a:chExt cx="1930400" cy="1297940"/>
          </a:xfrm>
        </p:grpSpPr>
        <p:sp>
          <p:nvSpPr>
            <p:cNvPr name="Freeform 37" id="37"/>
            <p:cNvSpPr/>
            <p:nvPr/>
          </p:nvSpPr>
          <p:spPr>
            <a:xfrm flipH="false" flipV="false" rot="0">
              <a:off x="0" y="0"/>
              <a:ext cx="1930400" cy="1297940"/>
            </a:xfrm>
            <a:custGeom>
              <a:avLst/>
              <a:gdLst/>
              <a:ahLst/>
              <a:cxnLst/>
              <a:rect r="r" b="b" t="t" l="l"/>
              <a:pathLst>
                <a:path h="1297940" w="1930400">
                  <a:moveTo>
                    <a:pt x="0" y="0"/>
                  </a:moveTo>
                  <a:lnTo>
                    <a:pt x="965200" y="1297940"/>
                  </a:lnTo>
                  <a:lnTo>
                    <a:pt x="1930400" y="0"/>
                  </a:lnTo>
                  <a:close/>
                </a:path>
              </a:pathLst>
            </a:custGeom>
            <a:solidFill>
              <a:srgbClr val="40A7E1"/>
            </a:solidFill>
          </p:spPr>
        </p:sp>
      </p:grpSp>
      <p:grpSp>
        <p:nvGrpSpPr>
          <p:cNvPr name="Group 38" id="38"/>
          <p:cNvGrpSpPr/>
          <p:nvPr/>
        </p:nvGrpSpPr>
        <p:grpSpPr>
          <a:xfrm rot="0">
            <a:off x="7222443" y="2964537"/>
            <a:ext cx="1464040" cy="4032081"/>
            <a:chOff x="0" y="0"/>
            <a:chExt cx="7437611" cy="20483760"/>
          </a:xfrm>
        </p:grpSpPr>
        <p:sp>
          <p:nvSpPr>
            <p:cNvPr name="Freeform 39" id="39"/>
            <p:cNvSpPr/>
            <p:nvPr/>
          </p:nvSpPr>
          <p:spPr>
            <a:xfrm flipH="false" flipV="false" rot="0">
              <a:off x="31750" y="31750"/>
              <a:ext cx="7374111" cy="20420261"/>
            </a:xfrm>
            <a:custGeom>
              <a:avLst/>
              <a:gdLst/>
              <a:ahLst/>
              <a:cxnLst/>
              <a:rect r="r" b="b" t="t" l="l"/>
              <a:pathLst>
                <a:path h="20420261" w="7374111">
                  <a:moveTo>
                    <a:pt x="7281401" y="20420261"/>
                  </a:moveTo>
                  <a:lnTo>
                    <a:pt x="92710" y="20420261"/>
                  </a:lnTo>
                  <a:cubicBezTo>
                    <a:pt x="41910" y="20420261"/>
                    <a:pt x="0" y="20378350"/>
                    <a:pt x="0" y="20327550"/>
                  </a:cubicBezTo>
                  <a:lnTo>
                    <a:pt x="0" y="92710"/>
                  </a:lnTo>
                  <a:cubicBezTo>
                    <a:pt x="0" y="41910"/>
                    <a:pt x="41910" y="0"/>
                    <a:pt x="92710" y="0"/>
                  </a:cubicBezTo>
                  <a:lnTo>
                    <a:pt x="7280132" y="0"/>
                  </a:lnTo>
                  <a:cubicBezTo>
                    <a:pt x="7330932" y="0"/>
                    <a:pt x="7372841" y="41910"/>
                    <a:pt x="7372841" y="92710"/>
                  </a:cubicBezTo>
                  <a:lnTo>
                    <a:pt x="7372841" y="20326280"/>
                  </a:lnTo>
                  <a:cubicBezTo>
                    <a:pt x="7374111" y="20378350"/>
                    <a:pt x="7332201" y="20420261"/>
                    <a:pt x="7281401" y="20420261"/>
                  </a:cubicBezTo>
                  <a:close/>
                </a:path>
              </a:pathLst>
            </a:custGeom>
            <a:solidFill>
              <a:srgbClr val="FFFFFF"/>
            </a:solidFill>
          </p:spPr>
        </p:sp>
        <p:sp>
          <p:nvSpPr>
            <p:cNvPr name="Freeform 40" id="40"/>
            <p:cNvSpPr/>
            <p:nvPr/>
          </p:nvSpPr>
          <p:spPr>
            <a:xfrm flipH="false" flipV="false" rot="0">
              <a:off x="0" y="0"/>
              <a:ext cx="7437612" cy="20483761"/>
            </a:xfrm>
            <a:custGeom>
              <a:avLst/>
              <a:gdLst/>
              <a:ahLst/>
              <a:cxnLst/>
              <a:rect r="r" b="b" t="t" l="l"/>
              <a:pathLst>
                <a:path h="20483761" w="7437612">
                  <a:moveTo>
                    <a:pt x="7313151" y="59690"/>
                  </a:moveTo>
                  <a:cubicBezTo>
                    <a:pt x="7348711" y="59690"/>
                    <a:pt x="7377922" y="88900"/>
                    <a:pt x="7377922" y="124460"/>
                  </a:cubicBezTo>
                  <a:lnTo>
                    <a:pt x="7377922" y="20359300"/>
                  </a:lnTo>
                  <a:cubicBezTo>
                    <a:pt x="7377922" y="20394861"/>
                    <a:pt x="7348711" y="20424071"/>
                    <a:pt x="7313151" y="20424071"/>
                  </a:cubicBezTo>
                  <a:lnTo>
                    <a:pt x="124460" y="20424071"/>
                  </a:lnTo>
                  <a:cubicBezTo>
                    <a:pt x="88900" y="20424071"/>
                    <a:pt x="59690" y="20394861"/>
                    <a:pt x="59690" y="20359300"/>
                  </a:cubicBezTo>
                  <a:lnTo>
                    <a:pt x="59690" y="124460"/>
                  </a:lnTo>
                  <a:cubicBezTo>
                    <a:pt x="59690" y="88900"/>
                    <a:pt x="88900" y="59690"/>
                    <a:pt x="124460" y="59690"/>
                  </a:cubicBezTo>
                  <a:lnTo>
                    <a:pt x="7313151" y="59690"/>
                  </a:lnTo>
                  <a:moveTo>
                    <a:pt x="7313151" y="0"/>
                  </a:moveTo>
                  <a:lnTo>
                    <a:pt x="124460" y="0"/>
                  </a:lnTo>
                  <a:cubicBezTo>
                    <a:pt x="55880" y="0"/>
                    <a:pt x="0" y="55880"/>
                    <a:pt x="0" y="124460"/>
                  </a:cubicBezTo>
                  <a:lnTo>
                    <a:pt x="0" y="20359300"/>
                  </a:lnTo>
                  <a:cubicBezTo>
                    <a:pt x="0" y="20427880"/>
                    <a:pt x="55880" y="20483761"/>
                    <a:pt x="124460" y="20483761"/>
                  </a:cubicBezTo>
                  <a:lnTo>
                    <a:pt x="7313151" y="20483761"/>
                  </a:lnTo>
                  <a:cubicBezTo>
                    <a:pt x="7381732" y="20483761"/>
                    <a:pt x="7437612" y="20427880"/>
                    <a:pt x="7437612" y="20359300"/>
                  </a:cubicBezTo>
                  <a:lnTo>
                    <a:pt x="7437612" y="124460"/>
                  </a:lnTo>
                  <a:cubicBezTo>
                    <a:pt x="7437612" y="55880"/>
                    <a:pt x="7381732" y="0"/>
                    <a:pt x="7313151" y="0"/>
                  </a:cubicBezTo>
                  <a:close/>
                </a:path>
              </a:pathLst>
            </a:custGeom>
            <a:solidFill>
              <a:srgbClr val="000000"/>
            </a:solidFill>
          </p:spPr>
        </p:sp>
      </p:grpSp>
      <p:grpSp>
        <p:nvGrpSpPr>
          <p:cNvPr name="Group 41" id="41"/>
          <p:cNvGrpSpPr/>
          <p:nvPr/>
        </p:nvGrpSpPr>
        <p:grpSpPr>
          <a:xfrm rot="0">
            <a:off x="7222443" y="2156216"/>
            <a:ext cx="1464040" cy="549095"/>
            <a:chOff x="0" y="0"/>
            <a:chExt cx="6577418" cy="2466889"/>
          </a:xfrm>
        </p:grpSpPr>
        <p:sp>
          <p:nvSpPr>
            <p:cNvPr name="Freeform 42" id="42"/>
            <p:cNvSpPr/>
            <p:nvPr/>
          </p:nvSpPr>
          <p:spPr>
            <a:xfrm flipH="false" flipV="false" rot="0">
              <a:off x="0" y="0"/>
              <a:ext cx="6577418" cy="2466889"/>
            </a:xfrm>
            <a:custGeom>
              <a:avLst/>
              <a:gdLst/>
              <a:ahLst/>
              <a:cxnLst/>
              <a:rect r="r" b="b" t="t" l="l"/>
              <a:pathLst>
                <a:path h="2466889" w="6577418">
                  <a:moveTo>
                    <a:pt x="6452958" y="2466889"/>
                  </a:moveTo>
                  <a:lnTo>
                    <a:pt x="124460" y="2466889"/>
                  </a:lnTo>
                  <a:cubicBezTo>
                    <a:pt x="55880" y="2466889"/>
                    <a:pt x="0" y="2411009"/>
                    <a:pt x="0" y="2342429"/>
                  </a:cubicBezTo>
                  <a:lnTo>
                    <a:pt x="0" y="124460"/>
                  </a:lnTo>
                  <a:cubicBezTo>
                    <a:pt x="0" y="55880"/>
                    <a:pt x="55880" y="0"/>
                    <a:pt x="124460" y="0"/>
                  </a:cubicBezTo>
                  <a:lnTo>
                    <a:pt x="6452958" y="0"/>
                  </a:lnTo>
                  <a:cubicBezTo>
                    <a:pt x="6521538" y="0"/>
                    <a:pt x="6577418" y="55880"/>
                    <a:pt x="6577418" y="124460"/>
                  </a:cubicBezTo>
                  <a:lnTo>
                    <a:pt x="6577418" y="2342429"/>
                  </a:lnTo>
                  <a:cubicBezTo>
                    <a:pt x="6577418" y="2411009"/>
                    <a:pt x="6521538" y="2466889"/>
                    <a:pt x="6452958" y="2466889"/>
                  </a:cubicBezTo>
                  <a:close/>
                </a:path>
              </a:pathLst>
            </a:custGeom>
            <a:solidFill>
              <a:srgbClr val="4383DD"/>
            </a:solidFill>
          </p:spPr>
        </p:sp>
      </p:grpSp>
      <p:sp>
        <p:nvSpPr>
          <p:cNvPr name="TextBox 43" id="43"/>
          <p:cNvSpPr txBox="true"/>
          <p:nvPr/>
        </p:nvSpPr>
        <p:spPr>
          <a:xfrm rot="0">
            <a:off x="7388005" y="3235532"/>
            <a:ext cx="1132917" cy="745653"/>
          </a:xfrm>
          <a:prstGeom prst="rect">
            <a:avLst/>
          </a:prstGeom>
        </p:spPr>
        <p:txBody>
          <a:bodyPr anchor="t" rtlCol="false" tIns="0" lIns="0" bIns="0" rIns="0">
            <a:spAutoFit/>
          </a:bodyPr>
          <a:lstStyle/>
          <a:p>
            <a:pPr algn="ctr">
              <a:lnSpc>
                <a:spcPts val="1521"/>
              </a:lnSpc>
            </a:pPr>
            <a:r>
              <a:rPr lang="en-US" sz="1027" spc="-10">
                <a:solidFill>
                  <a:srgbClr val="000000"/>
                </a:solidFill>
                <a:latin typeface="Inter"/>
                <a:ea typeface="Inter"/>
                <a:cs typeface="Inter"/>
                <a:sym typeface="Inter"/>
              </a:rPr>
              <a:t>Set deadlines for the project milestones and deliverables.</a:t>
            </a:r>
          </a:p>
        </p:txBody>
      </p:sp>
      <p:sp>
        <p:nvSpPr>
          <p:cNvPr name="TextBox 44" id="44"/>
          <p:cNvSpPr txBox="true"/>
          <p:nvPr/>
        </p:nvSpPr>
        <p:spPr>
          <a:xfrm rot="0">
            <a:off x="7373022" y="2350897"/>
            <a:ext cx="1147900" cy="149989"/>
          </a:xfrm>
          <a:prstGeom prst="rect">
            <a:avLst/>
          </a:prstGeom>
        </p:spPr>
        <p:txBody>
          <a:bodyPr anchor="t" rtlCol="false" tIns="0" lIns="0" bIns="0" rIns="0">
            <a:spAutoFit/>
          </a:bodyPr>
          <a:lstStyle/>
          <a:p>
            <a:pPr algn="ctr">
              <a:lnSpc>
                <a:spcPts val="1273"/>
              </a:lnSpc>
            </a:pPr>
            <a:r>
              <a:rPr lang="en-US" b="true" sz="909" spc="27">
                <a:solidFill>
                  <a:srgbClr val="000000"/>
                </a:solidFill>
                <a:latin typeface="Inter Bold"/>
                <a:ea typeface="Inter Bold"/>
                <a:cs typeface="Inter Bold"/>
                <a:sym typeface="Inter Bold"/>
              </a:rPr>
              <a:t>PLANNING</a:t>
            </a:r>
          </a:p>
        </p:txBody>
      </p:sp>
      <p:grpSp>
        <p:nvGrpSpPr>
          <p:cNvPr name="Group 45" id="45"/>
          <p:cNvGrpSpPr/>
          <p:nvPr/>
        </p:nvGrpSpPr>
        <p:grpSpPr>
          <a:xfrm rot="0">
            <a:off x="7851451" y="2695520"/>
            <a:ext cx="196062" cy="131826"/>
            <a:chOff x="0" y="0"/>
            <a:chExt cx="1930400" cy="1297940"/>
          </a:xfrm>
        </p:grpSpPr>
        <p:sp>
          <p:nvSpPr>
            <p:cNvPr name="Freeform 46" id="46"/>
            <p:cNvSpPr/>
            <p:nvPr/>
          </p:nvSpPr>
          <p:spPr>
            <a:xfrm flipH="false" flipV="false" rot="0">
              <a:off x="0" y="0"/>
              <a:ext cx="1930400" cy="1297940"/>
            </a:xfrm>
            <a:custGeom>
              <a:avLst/>
              <a:gdLst/>
              <a:ahLst/>
              <a:cxnLst/>
              <a:rect r="r" b="b" t="t" l="l"/>
              <a:pathLst>
                <a:path h="1297940" w="1930400">
                  <a:moveTo>
                    <a:pt x="0" y="0"/>
                  </a:moveTo>
                  <a:lnTo>
                    <a:pt x="965200" y="1297940"/>
                  </a:lnTo>
                  <a:lnTo>
                    <a:pt x="1930400" y="0"/>
                  </a:lnTo>
                  <a:close/>
                </a:path>
              </a:pathLst>
            </a:custGeom>
            <a:solidFill>
              <a:srgbClr val="4383DD"/>
            </a:solidFill>
          </p:spPr>
        </p:sp>
      </p:grpSp>
      <p:grpSp>
        <p:nvGrpSpPr>
          <p:cNvPr name="Group 47" id="47"/>
          <p:cNvGrpSpPr/>
          <p:nvPr/>
        </p:nvGrpSpPr>
        <p:grpSpPr>
          <a:xfrm rot="0">
            <a:off x="1284570" y="1603648"/>
            <a:ext cx="357940" cy="357940"/>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D442"/>
            </a:solidFill>
          </p:spPr>
        </p:sp>
        <p:sp>
          <p:nvSpPr>
            <p:cNvPr name="TextBox 49" id="49"/>
            <p:cNvSpPr txBox="true"/>
            <p:nvPr/>
          </p:nvSpPr>
          <p:spPr>
            <a:xfrm>
              <a:off x="76200" y="76200"/>
              <a:ext cx="660400" cy="660400"/>
            </a:xfrm>
            <a:prstGeom prst="rect">
              <a:avLst/>
            </a:prstGeom>
          </p:spPr>
          <p:txBody>
            <a:bodyPr anchor="ctr" rtlCol="false" tIns="50800" lIns="50800" bIns="50800" rIns="50800"/>
            <a:lstStyle/>
            <a:p>
              <a:pPr algn="ctr">
                <a:lnSpc>
                  <a:spcPts val="1156"/>
                </a:lnSpc>
              </a:pPr>
              <a:r>
                <a:rPr lang="en-US" b="true" sz="963">
                  <a:solidFill>
                    <a:srgbClr val="000000"/>
                  </a:solidFill>
                  <a:latin typeface="Inter Bold"/>
                  <a:ea typeface="Inter Bold"/>
                  <a:cs typeface="Inter Bold"/>
                  <a:sym typeface="Inter Bold"/>
                </a:rPr>
                <a:t>1</a:t>
              </a:r>
            </a:p>
          </p:txBody>
        </p:sp>
      </p:grpSp>
      <p:grpSp>
        <p:nvGrpSpPr>
          <p:cNvPr name="Group 50" id="50"/>
          <p:cNvGrpSpPr/>
          <p:nvPr/>
        </p:nvGrpSpPr>
        <p:grpSpPr>
          <a:xfrm rot="0">
            <a:off x="2907301" y="1603648"/>
            <a:ext cx="357940" cy="357940"/>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3D1A1"/>
            </a:solidFill>
          </p:spPr>
        </p:sp>
        <p:sp>
          <p:nvSpPr>
            <p:cNvPr name="TextBox 52" id="52"/>
            <p:cNvSpPr txBox="true"/>
            <p:nvPr/>
          </p:nvSpPr>
          <p:spPr>
            <a:xfrm>
              <a:off x="76200" y="76200"/>
              <a:ext cx="660400" cy="660400"/>
            </a:xfrm>
            <a:prstGeom prst="rect">
              <a:avLst/>
            </a:prstGeom>
          </p:spPr>
          <p:txBody>
            <a:bodyPr anchor="ctr" rtlCol="false" tIns="50800" lIns="50800" bIns="50800" rIns="50800"/>
            <a:lstStyle/>
            <a:p>
              <a:pPr algn="ctr">
                <a:lnSpc>
                  <a:spcPts val="1156"/>
                </a:lnSpc>
              </a:pPr>
              <a:r>
                <a:rPr lang="en-US" b="true" sz="963">
                  <a:solidFill>
                    <a:srgbClr val="000000"/>
                  </a:solidFill>
                  <a:latin typeface="Inter Bold"/>
                  <a:ea typeface="Inter Bold"/>
                  <a:cs typeface="Inter Bold"/>
                  <a:sym typeface="Inter Bold"/>
                </a:rPr>
                <a:t>2</a:t>
              </a:r>
            </a:p>
          </p:txBody>
        </p:sp>
      </p:grpSp>
      <p:grpSp>
        <p:nvGrpSpPr>
          <p:cNvPr name="Group 53" id="53"/>
          <p:cNvGrpSpPr/>
          <p:nvPr/>
        </p:nvGrpSpPr>
        <p:grpSpPr>
          <a:xfrm rot="0">
            <a:off x="4530032" y="1603648"/>
            <a:ext cx="357940" cy="357940"/>
            <a:chOff x="0" y="0"/>
            <a:chExt cx="812800" cy="812800"/>
          </a:xfrm>
        </p:grpSpPr>
        <p:sp>
          <p:nvSpPr>
            <p:cNvPr name="Freeform 54" id="5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0D4E2"/>
            </a:solidFill>
          </p:spPr>
        </p:sp>
        <p:sp>
          <p:nvSpPr>
            <p:cNvPr name="TextBox 55" id="55"/>
            <p:cNvSpPr txBox="true"/>
            <p:nvPr/>
          </p:nvSpPr>
          <p:spPr>
            <a:xfrm>
              <a:off x="76200" y="76200"/>
              <a:ext cx="660400" cy="660400"/>
            </a:xfrm>
            <a:prstGeom prst="rect">
              <a:avLst/>
            </a:prstGeom>
          </p:spPr>
          <p:txBody>
            <a:bodyPr anchor="ctr" rtlCol="false" tIns="50800" lIns="50800" bIns="50800" rIns="50800"/>
            <a:lstStyle/>
            <a:p>
              <a:pPr algn="ctr">
                <a:lnSpc>
                  <a:spcPts val="1156"/>
                </a:lnSpc>
              </a:pPr>
              <a:r>
                <a:rPr lang="en-US" b="true" sz="963">
                  <a:solidFill>
                    <a:srgbClr val="000000"/>
                  </a:solidFill>
                  <a:latin typeface="Inter Bold"/>
                  <a:ea typeface="Inter Bold"/>
                  <a:cs typeface="Inter Bold"/>
                  <a:sym typeface="Inter Bold"/>
                </a:rPr>
                <a:t>3</a:t>
              </a:r>
            </a:p>
          </p:txBody>
        </p:sp>
      </p:grpSp>
      <p:grpSp>
        <p:nvGrpSpPr>
          <p:cNvPr name="Group 56" id="56"/>
          <p:cNvGrpSpPr/>
          <p:nvPr/>
        </p:nvGrpSpPr>
        <p:grpSpPr>
          <a:xfrm rot="0">
            <a:off x="6152762" y="1603648"/>
            <a:ext cx="357940" cy="357940"/>
            <a:chOff x="0" y="0"/>
            <a:chExt cx="812800" cy="812800"/>
          </a:xfrm>
        </p:grpSpPr>
        <p:sp>
          <p:nvSpPr>
            <p:cNvPr name="Freeform 57" id="5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0A7E1"/>
            </a:solidFill>
          </p:spPr>
        </p:sp>
        <p:sp>
          <p:nvSpPr>
            <p:cNvPr name="TextBox 58" id="58"/>
            <p:cNvSpPr txBox="true"/>
            <p:nvPr/>
          </p:nvSpPr>
          <p:spPr>
            <a:xfrm>
              <a:off x="76200" y="76200"/>
              <a:ext cx="660400" cy="660400"/>
            </a:xfrm>
            <a:prstGeom prst="rect">
              <a:avLst/>
            </a:prstGeom>
          </p:spPr>
          <p:txBody>
            <a:bodyPr anchor="ctr" rtlCol="false" tIns="50800" lIns="50800" bIns="50800" rIns="50800"/>
            <a:lstStyle/>
            <a:p>
              <a:pPr algn="ctr">
                <a:lnSpc>
                  <a:spcPts val="1156"/>
                </a:lnSpc>
              </a:pPr>
              <a:r>
                <a:rPr lang="en-US" b="true" sz="963">
                  <a:solidFill>
                    <a:srgbClr val="000000"/>
                  </a:solidFill>
                  <a:latin typeface="Inter Bold"/>
                  <a:ea typeface="Inter Bold"/>
                  <a:cs typeface="Inter Bold"/>
                  <a:sym typeface="Inter Bold"/>
                </a:rPr>
                <a:t>4</a:t>
              </a:r>
            </a:p>
          </p:txBody>
        </p:sp>
      </p:grpSp>
      <p:grpSp>
        <p:nvGrpSpPr>
          <p:cNvPr name="Group 59" id="59"/>
          <p:cNvGrpSpPr/>
          <p:nvPr/>
        </p:nvGrpSpPr>
        <p:grpSpPr>
          <a:xfrm rot="0">
            <a:off x="7775493" y="1603648"/>
            <a:ext cx="357940" cy="357940"/>
            <a:chOff x="0" y="0"/>
            <a:chExt cx="812800" cy="812800"/>
          </a:xfrm>
        </p:grpSpPr>
        <p:sp>
          <p:nvSpPr>
            <p:cNvPr name="Freeform 60" id="6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383DD"/>
            </a:solidFill>
          </p:spPr>
        </p:sp>
        <p:sp>
          <p:nvSpPr>
            <p:cNvPr name="TextBox 61" id="61"/>
            <p:cNvSpPr txBox="true"/>
            <p:nvPr/>
          </p:nvSpPr>
          <p:spPr>
            <a:xfrm>
              <a:off x="76200" y="76200"/>
              <a:ext cx="660400" cy="660400"/>
            </a:xfrm>
            <a:prstGeom prst="rect">
              <a:avLst/>
            </a:prstGeom>
          </p:spPr>
          <p:txBody>
            <a:bodyPr anchor="ctr" rtlCol="false" tIns="50800" lIns="50800" bIns="50800" rIns="50800"/>
            <a:lstStyle/>
            <a:p>
              <a:pPr algn="ctr">
                <a:lnSpc>
                  <a:spcPts val="1156"/>
                </a:lnSpc>
              </a:pPr>
              <a:r>
                <a:rPr lang="en-US" b="true" sz="963">
                  <a:solidFill>
                    <a:srgbClr val="000000"/>
                  </a:solidFill>
                  <a:latin typeface="Inter Bold"/>
                  <a:ea typeface="Inter Bold"/>
                  <a:cs typeface="Inter Bold"/>
                  <a:sym typeface="Inter Bold"/>
                </a:rPr>
                <a:t>5</a:t>
              </a:r>
            </a:p>
          </p:txBody>
        </p:sp>
      </p:grpSp>
      <p:sp>
        <p:nvSpPr>
          <p:cNvPr name="TextBox 62" id="62"/>
          <p:cNvSpPr txBox="true"/>
          <p:nvPr/>
        </p:nvSpPr>
        <p:spPr>
          <a:xfrm rot="0">
            <a:off x="1931911" y="70102"/>
            <a:ext cx="5833453" cy="555847"/>
          </a:xfrm>
          <a:prstGeom prst="rect">
            <a:avLst/>
          </a:prstGeom>
        </p:spPr>
        <p:txBody>
          <a:bodyPr anchor="t" rtlCol="false" tIns="0" lIns="0" bIns="0" rIns="0">
            <a:spAutoFit/>
          </a:bodyPr>
          <a:lstStyle/>
          <a:p>
            <a:pPr algn="ctr">
              <a:lnSpc>
                <a:spcPts val="4537"/>
              </a:lnSpc>
              <a:spcBef>
                <a:spcPct val="0"/>
              </a:spcBef>
            </a:pPr>
            <a:r>
              <a:rPr lang="en-US" b="true" sz="3241" spc="-32">
                <a:solidFill>
                  <a:srgbClr val="000000"/>
                </a:solidFill>
                <a:latin typeface="Canva Sans Bold"/>
                <a:ea typeface="Canva Sans Bold"/>
                <a:cs typeface="Canva Sans Bold"/>
                <a:sym typeface="Canva Sans Bold"/>
              </a:rPr>
              <a:t>Final Project Formulation</a:t>
            </a:r>
          </a:p>
        </p:txBody>
      </p:sp>
      <p:sp>
        <p:nvSpPr>
          <p:cNvPr name="AutoShape 63" id="63"/>
          <p:cNvSpPr/>
          <p:nvPr/>
        </p:nvSpPr>
        <p:spPr>
          <a:xfrm>
            <a:off x="1931911" y="1314506"/>
            <a:ext cx="678987" cy="0"/>
          </a:xfrm>
          <a:prstGeom prst="line">
            <a:avLst/>
          </a:prstGeom>
          <a:ln cap="flat" w="9525">
            <a:solidFill>
              <a:srgbClr val="000000"/>
            </a:solidFill>
            <a:prstDash val="solid"/>
            <a:headEnd type="none" len="sm" w="sm"/>
            <a:tailEnd type="triangle" len="med" w="lg"/>
          </a:ln>
        </p:spPr>
      </p:sp>
      <p:sp>
        <p:nvSpPr>
          <p:cNvPr name="AutoShape 64" id="64"/>
          <p:cNvSpPr/>
          <p:nvPr/>
        </p:nvSpPr>
        <p:spPr>
          <a:xfrm>
            <a:off x="3554997" y="1314506"/>
            <a:ext cx="678987" cy="0"/>
          </a:xfrm>
          <a:prstGeom prst="line">
            <a:avLst/>
          </a:prstGeom>
          <a:ln cap="flat" w="9525">
            <a:solidFill>
              <a:srgbClr val="000000"/>
            </a:solidFill>
            <a:prstDash val="solid"/>
            <a:headEnd type="none" len="sm" w="sm"/>
            <a:tailEnd type="triangle" len="med" w="lg"/>
          </a:ln>
        </p:spPr>
      </p:sp>
      <p:sp>
        <p:nvSpPr>
          <p:cNvPr name="AutoShape 65" id="65"/>
          <p:cNvSpPr/>
          <p:nvPr/>
        </p:nvSpPr>
        <p:spPr>
          <a:xfrm>
            <a:off x="5174494" y="1314506"/>
            <a:ext cx="678987" cy="0"/>
          </a:xfrm>
          <a:prstGeom prst="line">
            <a:avLst/>
          </a:prstGeom>
          <a:ln cap="flat" w="9525">
            <a:solidFill>
              <a:srgbClr val="000000"/>
            </a:solidFill>
            <a:prstDash val="solid"/>
            <a:headEnd type="none" len="sm" w="sm"/>
            <a:tailEnd type="triangle" len="med" w="lg"/>
          </a:ln>
        </p:spPr>
      </p:sp>
      <p:sp>
        <p:nvSpPr>
          <p:cNvPr name="AutoShape 66" id="66"/>
          <p:cNvSpPr/>
          <p:nvPr/>
        </p:nvSpPr>
        <p:spPr>
          <a:xfrm>
            <a:off x="6797580" y="1314506"/>
            <a:ext cx="678987" cy="0"/>
          </a:xfrm>
          <a:prstGeom prst="line">
            <a:avLst/>
          </a:prstGeom>
          <a:ln cap="flat" w="9525">
            <a:solidFill>
              <a:srgbClr val="000000"/>
            </a:solidFill>
            <a:prstDash val="solid"/>
            <a:headEnd type="none" len="sm" w="sm"/>
            <a:tailEnd type="triangle" len="med" w="lg"/>
          </a:ln>
        </p:spPr>
      </p:sp>
      <p:sp>
        <p:nvSpPr>
          <p:cNvPr name="TextBox 67" id="67"/>
          <p:cNvSpPr txBox="true"/>
          <p:nvPr/>
        </p:nvSpPr>
        <p:spPr>
          <a:xfrm rot="0">
            <a:off x="771615" y="702945"/>
            <a:ext cx="8250465" cy="488315"/>
          </a:xfrm>
          <a:prstGeom prst="rect">
            <a:avLst/>
          </a:prstGeom>
        </p:spPr>
        <p:txBody>
          <a:bodyPr anchor="t" rtlCol="false" tIns="0" lIns="0" bIns="0" rIns="0">
            <a:spAutoFit/>
          </a:bodyPr>
          <a:lstStyle/>
          <a:p>
            <a:pPr algn="l">
              <a:lnSpc>
                <a:spcPts val="1960"/>
              </a:lnSpc>
            </a:pPr>
            <a:r>
              <a:rPr lang="en-US" sz="1400" b="true">
                <a:solidFill>
                  <a:srgbClr val="000000"/>
                </a:solidFill>
                <a:latin typeface="Inter Bold"/>
                <a:ea typeface="Inter Bold"/>
                <a:cs typeface="Inter Bold"/>
                <a:sym typeface="Inter Bold"/>
              </a:rPr>
              <a:t>Project title:</a:t>
            </a:r>
          </a:p>
          <a:p>
            <a:pPr algn="l">
              <a:lnSpc>
                <a:spcPts val="1960"/>
              </a:lnSpc>
            </a:pPr>
            <a:r>
              <a:rPr lang="en-US" sz="1400" b="true">
                <a:solidFill>
                  <a:srgbClr val="000000"/>
                </a:solidFill>
                <a:latin typeface="Inter Bold"/>
                <a:ea typeface="Inter Bold"/>
                <a:cs typeface="Inter Bold"/>
                <a:sym typeface="Inter Bold"/>
              </a:rPr>
              <a:t>Contributors:</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22620" y="429185"/>
            <a:ext cx="2133370" cy="800129"/>
            <a:chOff x="0" y="0"/>
            <a:chExt cx="6577418" cy="2466889"/>
          </a:xfrm>
        </p:grpSpPr>
        <p:sp>
          <p:nvSpPr>
            <p:cNvPr name="Freeform 3" id="3"/>
            <p:cNvSpPr/>
            <p:nvPr/>
          </p:nvSpPr>
          <p:spPr>
            <a:xfrm flipH="false" flipV="false" rot="0">
              <a:off x="0" y="0"/>
              <a:ext cx="6577418" cy="2466889"/>
            </a:xfrm>
            <a:custGeom>
              <a:avLst/>
              <a:gdLst/>
              <a:ahLst/>
              <a:cxnLst/>
              <a:rect r="r" b="b" t="t" l="l"/>
              <a:pathLst>
                <a:path h="2466889" w="6577418">
                  <a:moveTo>
                    <a:pt x="6452958" y="2466889"/>
                  </a:moveTo>
                  <a:lnTo>
                    <a:pt x="124460" y="2466889"/>
                  </a:lnTo>
                  <a:cubicBezTo>
                    <a:pt x="55880" y="2466889"/>
                    <a:pt x="0" y="2411009"/>
                    <a:pt x="0" y="2342429"/>
                  </a:cubicBezTo>
                  <a:lnTo>
                    <a:pt x="0" y="124460"/>
                  </a:lnTo>
                  <a:cubicBezTo>
                    <a:pt x="0" y="55880"/>
                    <a:pt x="55880" y="0"/>
                    <a:pt x="124460" y="0"/>
                  </a:cubicBezTo>
                  <a:lnTo>
                    <a:pt x="6452958" y="0"/>
                  </a:lnTo>
                  <a:cubicBezTo>
                    <a:pt x="6521538" y="0"/>
                    <a:pt x="6577418" y="55880"/>
                    <a:pt x="6577418" y="124460"/>
                  </a:cubicBezTo>
                  <a:lnTo>
                    <a:pt x="6577418" y="2342429"/>
                  </a:lnTo>
                  <a:cubicBezTo>
                    <a:pt x="6577418" y="2411009"/>
                    <a:pt x="6521538" y="2466889"/>
                    <a:pt x="6452958" y="2466889"/>
                  </a:cubicBezTo>
                  <a:close/>
                </a:path>
              </a:pathLst>
            </a:custGeom>
            <a:solidFill>
              <a:srgbClr val="9ED442"/>
            </a:solidFill>
          </p:spPr>
        </p:sp>
      </p:grpSp>
      <p:sp>
        <p:nvSpPr>
          <p:cNvPr name="TextBox 4" id="4"/>
          <p:cNvSpPr txBox="true"/>
          <p:nvPr/>
        </p:nvSpPr>
        <p:spPr>
          <a:xfrm rot="0">
            <a:off x="642040" y="599818"/>
            <a:ext cx="1672696" cy="443850"/>
          </a:xfrm>
          <a:prstGeom prst="rect">
            <a:avLst/>
          </a:prstGeom>
        </p:spPr>
        <p:txBody>
          <a:bodyPr anchor="t" rtlCol="false" tIns="0" lIns="0" bIns="0" rIns="0">
            <a:spAutoFit/>
          </a:bodyPr>
          <a:lstStyle/>
          <a:p>
            <a:pPr algn="ctr">
              <a:lnSpc>
                <a:spcPts val="1855"/>
              </a:lnSpc>
            </a:pPr>
            <a:r>
              <a:rPr lang="en-US" b="true" sz="1325" spc="39">
                <a:solidFill>
                  <a:srgbClr val="000000"/>
                </a:solidFill>
                <a:latin typeface="Inter Bold"/>
                <a:ea typeface="Inter Bold"/>
                <a:cs typeface="Inter Bold"/>
                <a:sym typeface="Inter Bold"/>
              </a:rPr>
              <a:t>CONCEPTION</a:t>
            </a:r>
          </a:p>
          <a:p>
            <a:pPr algn="ctr">
              <a:lnSpc>
                <a:spcPts val="1855"/>
              </a:lnSpc>
            </a:pPr>
            <a:r>
              <a:rPr lang="en-US" b="true" sz="1325" spc="39">
                <a:solidFill>
                  <a:srgbClr val="000000"/>
                </a:solidFill>
                <a:latin typeface="Inter Bold"/>
                <a:ea typeface="Inter Bold"/>
                <a:cs typeface="Inter Bold"/>
                <a:sym typeface="Inter Bold"/>
              </a:rPr>
              <a:t>AND INITIATION</a:t>
            </a:r>
          </a:p>
        </p:txBody>
      </p:sp>
      <p:sp>
        <p:nvSpPr>
          <p:cNvPr name="TextBox 5" id="5"/>
          <p:cNvSpPr txBox="true"/>
          <p:nvPr/>
        </p:nvSpPr>
        <p:spPr>
          <a:xfrm rot="0">
            <a:off x="877556" y="1710442"/>
            <a:ext cx="7998487" cy="1654810"/>
          </a:xfrm>
          <a:prstGeom prst="rect">
            <a:avLst/>
          </a:prstGeom>
        </p:spPr>
        <p:txBody>
          <a:bodyPr anchor="t" rtlCol="false" tIns="0" lIns="0" bIns="0" rIns="0">
            <a:spAutoFit/>
          </a:bodyPr>
          <a:lstStyle/>
          <a:p>
            <a:pPr algn="l" marL="345439" indent="-172720" lvl="1">
              <a:lnSpc>
                <a:spcPts val="2239"/>
              </a:lnSpc>
              <a:buFont typeface="Arial"/>
              <a:buChar char="•"/>
            </a:pPr>
            <a:r>
              <a:rPr lang="en-US" sz="1599">
                <a:solidFill>
                  <a:srgbClr val="545454"/>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78784" y="541512"/>
            <a:ext cx="2126456" cy="776472"/>
            <a:chOff x="0" y="0"/>
            <a:chExt cx="6755852" cy="2466889"/>
          </a:xfrm>
        </p:grpSpPr>
        <p:sp>
          <p:nvSpPr>
            <p:cNvPr name="Freeform 3" id="3"/>
            <p:cNvSpPr/>
            <p:nvPr/>
          </p:nvSpPr>
          <p:spPr>
            <a:xfrm flipH="false" flipV="false" rot="0">
              <a:off x="0" y="0"/>
              <a:ext cx="6755853" cy="2466889"/>
            </a:xfrm>
            <a:custGeom>
              <a:avLst/>
              <a:gdLst/>
              <a:ahLst/>
              <a:cxnLst/>
              <a:rect r="r" b="b" t="t" l="l"/>
              <a:pathLst>
                <a:path h="2466889" w="6755853">
                  <a:moveTo>
                    <a:pt x="6631392" y="2466889"/>
                  </a:moveTo>
                  <a:lnTo>
                    <a:pt x="124460" y="2466889"/>
                  </a:lnTo>
                  <a:cubicBezTo>
                    <a:pt x="55880" y="2466889"/>
                    <a:pt x="0" y="2411009"/>
                    <a:pt x="0" y="2342429"/>
                  </a:cubicBezTo>
                  <a:lnTo>
                    <a:pt x="0" y="124460"/>
                  </a:lnTo>
                  <a:cubicBezTo>
                    <a:pt x="0" y="55880"/>
                    <a:pt x="55880" y="0"/>
                    <a:pt x="124460" y="0"/>
                  </a:cubicBezTo>
                  <a:lnTo>
                    <a:pt x="6631392" y="0"/>
                  </a:lnTo>
                  <a:cubicBezTo>
                    <a:pt x="6699972" y="0"/>
                    <a:pt x="6755853" y="55880"/>
                    <a:pt x="6755853" y="124460"/>
                  </a:cubicBezTo>
                  <a:lnTo>
                    <a:pt x="6755853" y="2342429"/>
                  </a:lnTo>
                  <a:cubicBezTo>
                    <a:pt x="6755853" y="2411009"/>
                    <a:pt x="6699972" y="2466889"/>
                    <a:pt x="6631392" y="2466889"/>
                  </a:cubicBezTo>
                  <a:close/>
                </a:path>
              </a:pathLst>
            </a:custGeom>
            <a:solidFill>
              <a:srgbClr val="43D1A1"/>
            </a:solidFill>
          </p:spPr>
        </p:sp>
      </p:grpSp>
      <p:sp>
        <p:nvSpPr>
          <p:cNvPr name="TextBox 4" id="4"/>
          <p:cNvSpPr txBox="true"/>
          <p:nvPr/>
        </p:nvSpPr>
        <p:spPr>
          <a:xfrm rot="0">
            <a:off x="697493" y="815174"/>
            <a:ext cx="1667276" cy="213736"/>
          </a:xfrm>
          <a:prstGeom prst="rect">
            <a:avLst/>
          </a:prstGeom>
        </p:spPr>
        <p:txBody>
          <a:bodyPr anchor="t" rtlCol="false" tIns="0" lIns="0" bIns="0" rIns="0">
            <a:spAutoFit/>
          </a:bodyPr>
          <a:lstStyle/>
          <a:p>
            <a:pPr algn="ctr">
              <a:lnSpc>
                <a:spcPts val="1801"/>
              </a:lnSpc>
            </a:pPr>
            <a:r>
              <a:rPr lang="en-US" b="true" sz="1286" spc="38">
                <a:solidFill>
                  <a:srgbClr val="000000"/>
                </a:solidFill>
                <a:latin typeface="Inter Bold"/>
                <a:ea typeface="Inter Bold"/>
                <a:cs typeface="Inter Bold"/>
                <a:sym typeface="Inter Bold"/>
              </a:rPr>
              <a:t>STUDY DEFINITION</a:t>
            </a:r>
          </a:p>
        </p:txBody>
      </p:sp>
      <p:sp>
        <p:nvSpPr>
          <p:cNvPr name="TextBox 5" id="5"/>
          <p:cNvSpPr txBox="true"/>
          <p:nvPr/>
        </p:nvSpPr>
        <p:spPr>
          <a:xfrm rot="0">
            <a:off x="877556" y="1710442"/>
            <a:ext cx="7998487" cy="1654810"/>
          </a:xfrm>
          <a:prstGeom prst="rect">
            <a:avLst/>
          </a:prstGeom>
        </p:spPr>
        <p:txBody>
          <a:bodyPr anchor="t" rtlCol="false" tIns="0" lIns="0" bIns="0" rIns="0">
            <a:spAutoFit/>
          </a:bodyPr>
          <a:lstStyle/>
          <a:p>
            <a:pPr algn="l" marL="345439" indent="-172720" lvl="1">
              <a:lnSpc>
                <a:spcPts val="2239"/>
              </a:lnSpc>
              <a:buFont typeface="Arial"/>
              <a:buChar char="•"/>
            </a:pPr>
            <a:r>
              <a:rPr lang="en-US" sz="1599">
                <a:solidFill>
                  <a:srgbClr val="545454"/>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38674" y="395955"/>
            <a:ext cx="1936430" cy="726266"/>
            <a:chOff x="0" y="0"/>
            <a:chExt cx="6577418" cy="2466889"/>
          </a:xfrm>
        </p:grpSpPr>
        <p:sp>
          <p:nvSpPr>
            <p:cNvPr name="Freeform 3" id="3"/>
            <p:cNvSpPr/>
            <p:nvPr/>
          </p:nvSpPr>
          <p:spPr>
            <a:xfrm flipH="false" flipV="false" rot="0">
              <a:off x="0" y="0"/>
              <a:ext cx="6577418" cy="2466889"/>
            </a:xfrm>
            <a:custGeom>
              <a:avLst/>
              <a:gdLst/>
              <a:ahLst/>
              <a:cxnLst/>
              <a:rect r="r" b="b" t="t" l="l"/>
              <a:pathLst>
                <a:path h="2466889" w="6577418">
                  <a:moveTo>
                    <a:pt x="6452958" y="2466889"/>
                  </a:moveTo>
                  <a:lnTo>
                    <a:pt x="124460" y="2466889"/>
                  </a:lnTo>
                  <a:cubicBezTo>
                    <a:pt x="55880" y="2466889"/>
                    <a:pt x="0" y="2411009"/>
                    <a:pt x="0" y="2342429"/>
                  </a:cubicBezTo>
                  <a:lnTo>
                    <a:pt x="0" y="124460"/>
                  </a:lnTo>
                  <a:cubicBezTo>
                    <a:pt x="0" y="55880"/>
                    <a:pt x="55880" y="0"/>
                    <a:pt x="124460" y="0"/>
                  </a:cubicBezTo>
                  <a:lnTo>
                    <a:pt x="6452958" y="0"/>
                  </a:lnTo>
                  <a:cubicBezTo>
                    <a:pt x="6521538" y="0"/>
                    <a:pt x="6577418" y="55880"/>
                    <a:pt x="6577418" y="124460"/>
                  </a:cubicBezTo>
                  <a:lnTo>
                    <a:pt x="6577418" y="2342429"/>
                  </a:lnTo>
                  <a:cubicBezTo>
                    <a:pt x="6577418" y="2411009"/>
                    <a:pt x="6521538" y="2466889"/>
                    <a:pt x="6452958" y="2466889"/>
                  </a:cubicBezTo>
                  <a:close/>
                </a:path>
              </a:pathLst>
            </a:custGeom>
            <a:solidFill>
              <a:srgbClr val="40D4E2"/>
            </a:solidFill>
          </p:spPr>
        </p:sp>
      </p:grpSp>
      <p:sp>
        <p:nvSpPr>
          <p:cNvPr name="TextBox 4" id="4"/>
          <p:cNvSpPr txBox="true"/>
          <p:nvPr/>
        </p:nvSpPr>
        <p:spPr>
          <a:xfrm rot="0">
            <a:off x="637839" y="650075"/>
            <a:ext cx="1518283" cy="201764"/>
          </a:xfrm>
          <a:prstGeom prst="rect">
            <a:avLst/>
          </a:prstGeom>
        </p:spPr>
        <p:txBody>
          <a:bodyPr anchor="t" rtlCol="false" tIns="0" lIns="0" bIns="0" rIns="0">
            <a:spAutoFit/>
          </a:bodyPr>
          <a:lstStyle/>
          <a:p>
            <a:pPr algn="ctr">
              <a:lnSpc>
                <a:spcPts val="1684"/>
              </a:lnSpc>
            </a:pPr>
            <a:r>
              <a:rPr lang="en-US" b="true" sz="1203" spc="36">
                <a:solidFill>
                  <a:srgbClr val="000000"/>
                </a:solidFill>
                <a:latin typeface="Inter Bold"/>
                <a:ea typeface="Inter Bold"/>
                <a:cs typeface="Inter Bold"/>
                <a:sym typeface="Inter Bold"/>
              </a:rPr>
              <a:t>DOCUMENTATION</a:t>
            </a:r>
          </a:p>
        </p:txBody>
      </p:sp>
      <p:sp>
        <p:nvSpPr>
          <p:cNvPr name="TextBox 5" id="5"/>
          <p:cNvSpPr txBox="true"/>
          <p:nvPr/>
        </p:nvSpPr>
        <p:spPr>
          <a:xfrm rot="0">
            <a:off x="877556" y="1710442"/>
            <a:ext cx="7998487" cy="1654810"/>
          </a:xfrm>
          <a:prstGeom prst="rect">
            <a:avLst/>
          </a:prstGeom>
        </p:spPr>
        <p:txBody>
          <a:bodyPr anchor="t" rtlCol="false" tIns="0" lIns="0" bIns="0" rIns="0">
            <a:spAutoFit/>
          </a:bodyPr>
          <a:lstStyle/>
          <a:p>
            <a:pPr algn="l" marL="345439" indent="-172720" lvl="1">
              <a:lnSpc>
                <a:spcPts val="2239"/>
              </a:lnSpc>
              <a:buFont typeface="Arial"/>
              <a:buChar char="•"/>
            </a:pPr>
            <a:r>
              <a:rPr lang="en-US" sz="1599">
                <a:solidFill>
                  <a:srgbClr val="545454"/>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18620" y="326549"/>
            <a:ext cx="1834868" cy="688175"/>
            <a:chOff x="0" y="0"/>
            <a:chExt cx="6577418" cy="2466889"/>
          </a:xfrm>
        </p:grpSpPr>
        <p:sp>
          <p:nvSpPr>
            <p:cNvPr name="Freeform 3" id="3"/>
            <p:cNvSpPr/>
            <p:nvPr/>
          </p:nvSpPr>
          <p:spPr>
            <a:xfrm flipH="false" flipV="false" rot="0">
              <a:off x="0" y="0"/>
              <a:ext cx="6577418" cy="2466889"/>
            </a:xfrm>
            <a:custGeom>
              <a:avLst/>
              <a:gdLst/>
              <a:ahLst/>
              <a:cxnLst/>
              <a:rect r="r" b="b" t="t" l="l"/>
              <a:pathLst>
                <a:path h="2466889" w="6577418">
                  <a:moveTo>
                    <a:pt x="6452958" y="2466889"/>
                  </a:moveTo>
                  <a:lnTo>
                    <a:pt x="124460" y="2466889"/>
                  </a:lnTo>
                  <a:cubicBezTo>
                    <a:pt x="55880" y="2466889"/>
                    <a:pt x="0" y="2411009"/>
                    <a:pt x="0" y="2342429"/>
                  </a:cubicBezTo>
                  <a:lnTo>
                    <a:pt x="0" y="124460"/>
                  </a:lnTo>
                  <a:cubicBezTo>
                    <a:pt x="0" y="55880"/>
                    <a:pt x="55880" y="0"/>
                    <a:pt x="124460" y="0"/>
                  </a:cubicBezTo>
                  <a:lnTo>
                    <a:pt x="6452958" y="0"/>
                  </a:lnTo>
                  <a:cubicBezTo>
                    <a:pt x="6521538" y="0"/>
                    <a:pt x="6577418" y="55880"/>
                    <a:pt x="6577418" y="124460"/>
                  </a:cubicBezTo>
                  <a:lnTo>
                    <a:pt x="6577418" y="2342429"/>
                  </a:lnTo>
                  <a:cubicBezTo>
                    <a:pt x="6577418" y="2411009"/>
                    <a:pt x="6521538" y="2466889"/>
                    <a:pt x="6452958" y="2466889"/>
                  </a:cubicBezTo>
                  <a:close/>
                </a:path>
              </a:pathLst>
            </a:custGeom>
            <a:solidFill>
              <a:srgbClr val="40A7E1"/>
            </a:solidFill>
          </p:spPr>
        </p:sp>
      </p:grpSp>
      <p:sp>
        <p:nvSpPr>
          <p:cNvPr name="TextBox 4" id="4"/>
          <p:cNvSpPr txBox="true"/>
          <p:nvPr/>
        </p:nvSpPr>
        <p:spPr>
          <a:xfrm rot="0">
            <a:off x="607338" y="469309"/>
            <a:ext cx="1438652" cy="385745"/>
          </a:xfrm>
          <a:prstGeom prst="rect">
            <a:avLst/>
          </a:prstGeom>
        </p:spPr>
        <p:txBody>
          <a:bodyPr anchor="t" rtlCol="false" tIns="0" lIns="0" bIns="0" rIns="0">
            <a:spAutoFit/>
          </a:bodyPr>
          <a:lstStyle/>
          <a:p>
            <a:pPr algn="ctr">
              <a:lnSpc>
                <a:spcPts val="1596"/>
              </a:lnSpc>
            </a:pPr>
            <a:r>
              <a:rPr lang="en-US" b="true" sz="1140" spc="34">
                <a:solidFill>
                  <a:srgbClr val="000000"/>
                </a:solidFill>
                <a:latin typeface="Inter Bold"/>
                <a:ea typeface="Inter Bold"/>
                <a:cs typeface="Inter Bold"/>
                <a:sym typeface="Inter Bold"/>
              </a:rPr>
              <a:t>ROLES AND MANAGEMENT</a:t>
            </a:r>
          </a:p>
        </p:txBody>
      </p:sp>
      <p:sp>
        <p:nvSpPr>
          <p:cNvPr name="TextBox 5" id="5"/>
          <p:cNvSpPr txBox="true"/>
          <p:nvPr/>
        </p:nvSpPr>
        <p:spPr>
          <a:xfrm rot="0">
            <a:off x="877556" y="1710442"/>
            <a:ext cx="7998487" cy="1654810"/>
          </a:xfrm>
          <a:prstGeom prst="rect">
            <a:avLst/>
          </a:prstGeom>
        </p:spPr>
        <p:txBody>
          <a:bodyPr anchor="t" rtlCol="false" tIns="0" lIns="0" bIns="0" rIns="0">
            <a:spAutoFit/>
          </a:bodyPr>
          <a:lstStyle/>
          <a:p>
            <a:pPr algn="l" marL="345439" indent="-172720" lvl="1">
              <a:lnSpc>
                <a:spcPts val="2239"/>
              </a:lnSpc>
              <a:buFont typeface="Arial"/>
              <a:buChar char="•"/>
            </a:pPr>
            <a:r>
              <a:rPr lang="en-US" sz="1599">
                <a:solidFill>
                  <a:srgbClr val="545454"/>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581097" y="415144"/>
            <a:ext cx="2162616" cy="811098"/>
            <a:chOff x="0" y="0"/>
            <a:chExt cx="6577418" cy="2466889"/>
          </a:xfrm>
        </p:grpSpPr>
        <p:sp>
          <p:nvSpPr>
            <p:cNvPr name="Freeform 3" id="3"/>
            <p:cNvSpPr/>
            <p:nvPr/>
          </p:nvSpPr>
          <p:spPr>
            <a:xfrm flipH="false" flipV="false" rot="0">
              <a:off x="0" y="0"/>
              <a:ext cx="6577418" cy="2466889"/>
            </a:xfrm>
            <a:custGeom>
              <a:avLst/>
              <a:gdLst/>
              <a:ahLst/>
              <a:cxnLst/>
              <a:rect r="r" b="b" t="t" l="l"/>
              <a:pathLst>
                <a:path h="2466889" w="6577418">
                  <a:moveTo>
                    <a:pt x="6452958" y="2466889"/>
                  </a:moveTo>
                  <a:lnTo>
                    <a:pt x="124460" y="2466889"/>
                  </a:lnTo>
                  <a:cubicBezTo>
                    <a:pt x="55880" y="2466889"/>
                    <a:pt x="0" y="2411009"/>
                    <a:pt x="0" y="2342429"/>
                  </a:cubicBezTo>
                  <a:lnTo>
                    <a:pt x="0" y="124460"/>
                  </a:lnTo>
                  <a:cubicBezTo>
                    <a:pt x="0" y="55880"/>
                    <a:pt x="55880" y="0"/>
                    <a:pt x="124460" y="0"/>
                  </a:cubicBezTo>
                  <a:lnTo>
                    <a:pt x="6452958" y="0"/>
                  </a:lnTo>
                  <a:cubicBezTo>
                    <a:pt x="6521538" y="0"/>
                    <a:pt x="6577418" y="55880"/>
                    <a:pt x="6577418" y="124460"/>
                  </a:cubicBezTo>
                  <a:lnTo>
                    <a:pt x="6577418" y="2342429"/>
                  </a:lnTo>
                  <a:cubicBezTo>
                    <a:pt x="6577418" y="2411009"/>
                    <a:pt x="6521538" y="2466889"/>
                    <a:pt x="6452958" y="2466889"/>
                  </a:cubicBezTo>
                  <a:close/>
                </a:path>
              </a:pathLst>
            </a:custGeom>
            <a:solidFill>
              <a:srgbClr val="4383DD"/>
            </a:solidFill>
          </p:spPr>
        </p:sp>
      </p:grpSp>
      <p:sp>
        <p:nvSpPr>
          <p:cNvPr name="TextBox 4" id="4"/>
          <p:cNvSpPr txBox="true"/>
          <p:nvPr/>
        </p:nvSpPr>
        <p:spPr>
          <a:xfrm rot="0">
            <a:off x="803525" y="702284"/>
            <a:ext cx="1695627" cy="221993"/>
          </a:xfrm>
          <a:prstGeom prst="rect">
            <a:avLst/>
          </a:prstGeom>
        </p:spPr>
        <p:txBody>
          <a:bodyPr anchor="t" rtlCol="false" tIns="0" lIns="0" bIns="0" rIns="0">
            <a:spAutoFit/>
          </a:bodyPr>
          <a:lstStyle/>
          <a:p>
            <a:pPr algn="ctr">
              <a:lnSpc>
                <a:spcPts val="1881"/>
              </a:lnSpc>
            </a:pPr>
            <a:r>
              <a:rPr lang="en-US" b="true" sz="1343" spc="40">
                <a:solidFill>
                  <a:srgbClr val="000000"/>
                </a:solidFill>
                <a:latin typeface="Inter Bold"/>
                <a:ea typeface="Inter Bold"/>
                <a:cs typeface="Inter Bold"/>
                <a:sym typeface="Inter Bold"/>
              </a:rPr>
              <a:t>PLANNING</a:t>
            </a:r>
          </a:p>
        </p:txBody>
      </p:sp>
      <p:sp>
        <p:nvSpPr>
          <p:cNvPr name="TextBox 5" id="5"/>
          <p:cNvSpPr txBox="true"/>
          <p:nvPr/>
        </p:nvSpPr>
        <p:spPr>
          <a:xfrm rot="0">
            <a:off x="877556" y="1710442"/>
            <a:ext cx="7998487" cy="1654810"/>
          </a:xfrm>
          <a:prstGeom prst="rect">
            <a:avLst/>
          </a:prstGeom>
        </p:spPr>
        <p:txBody>
          <a:bodyPr anchor="t" rtlCol="false" tIns="0" lIns="0" bIns="0" rIns="0">
            <a:spAutoFit/>
          </a:bodyPr>
          <a:lstStyle/>
          <a:p>
            <a:pPr algn="l" marL="345439" indent="-172720" lvl="1">
              <a:lnSpc>
                <a:spcPts val="2239"/>
              </a:lnSpc>
              <a:buFont typeface="Arial"/>
              <a:buChar char="•"/>
            </a:pPr>
            <a:r>
              <a:rPr lang="en-US" sz="1599">
                <a:solidFill>
                  <a:srgbClr val="545454"/>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DAGTQx2cjyk</dc:identifier>
  <dcterms:modified xsi:type="dcterms:W3CDTF">2011-08-01T06:04:30Z</dcterms:modified>
  <cp:revision>1</cp:revision>
  <dc:title>MERE - Project Template 2024</dc:title>
</cp:coreProperties>
</file>